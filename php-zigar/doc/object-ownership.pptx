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webp" ContentType="image/webp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</p:sldMasterIdLst>
  <p:sldIdLst>
    <p:sldId id="257" r:id="rId6"/>
    <p:sldId id="256" r:id="rId7"/>
  </p:sldIdLst>
  <p:sldSz cx="12192000" cy="6858000"/>
  <p:notesSz cx="6858000" cy="12192000"/>
  <p:defaultTextStyle>
    <a:lvl1pPr marL="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1pPr>
    <a:lvl2pPr marL="457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2pPr>
    <a:lvl3pPr marL="914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3pPr>
    <a:lvl4pPr marL="1371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4pPr>
    <a:lvl5pPr marL="18288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5pPr>
    <a:lvl6pPr marL="22860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6pPr>
    <a:lvl7pPr marL="2743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7pPr>
    <a:lvl8pPr marL="3200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8pPr>
    <a:lvl9pPr marL="3657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76417842" val="1230" rev64="64" revOS="3"/>
      <pr:smFileRevision xmlns:pr="smNativeData" xmlns="smNativeData" dt="1776417842" val="101"/>
      <pr:guideOptions xmlns:pr="smNativeData" xmlns="smNativeData" dt="1776417842" snapToGrid="1" snapToBorders="1" snapToGuide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Objects="1" showGuides="1">
      <p:cViewPr varScale="1">
        <p:scale>
          <a:sx n="98" d="100"/>
          <a:sy n="98" d="100"/>
        </p:scale>
        <p:origin x="3795" y="214"/>
      </p:cViewPr>
      <p:guideLst x="0" y="0"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" d="100"/>
        <a:sy n="1" d="100"/>
      </p:scale>
      <p:origin x="0" y="0"/>
    </p:cViewPr>
  </p:sorterViewPr>
  <p:notesViewPr>
    <p:cSldViewPr snapToObjects="1" showGuides="1">
      <p:cViewPr>
        <p:scale>
          <a:sx n="98" d="100"/>
          <a:sy n="98" d="100"/>
        </p:scale>
        <p:origin x="3795" y="214"/>
      </p:cViewPr>
    </p:cSldViewPr>
  </p:notesViewPr>
  <p:gridSpacing cx="73477120" cy="7347712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UAABoNAABgRQAAJhYAABAAAAAmAAAACAAAAAEAAAAAAAAA"/>
              </a:ext>
            </a:extLst>
          </p:cNvSpPr>
          <p:nvPr>
            <p:ph type="ctrTitle"/>
          </p:nvPr>
        </p:nvSpPr>
        <p:spPr>
          <a:xfrm>
            <a:off x="914400" y="2129790"/>
            <a:ext cx="10363200" cy="1470660"/>
          </a:xfrm>
        </p:spPr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Subtitle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QAsAAOgXAADAPwAAsCIAABAAAAAmAAAACAAAAAGAAAAAAAAA"/>
              </a:ext>
            </a:extLst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/>
            <a:r>
              <a:t>Click to edit Master subtitle style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54FF623A-74B9-AA94-F747-82C12C0901D7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5BDD350-1E88-E825-C605-E8709D4B30BD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0BB85EF2-BCE6-EDA8-A800-4AFD104E5E1F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5F1C63BA-F4B2-4995-FCA4-02C02DEA0A57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QUAABwbAACtRQAAfSMAABAAAAAmAAAACAAAAIGAAAAAAAAA"/>
              </a:ext>
            </a:extLst>
          </p:cNvSpPr>
          <p:nvPr>
            <p:ph type="title"/>
          </p:nvPr>
        </p:nvSpPr>
        <p:spPr>
          <a:xfrm>
            <a:off x="963295" y="4406900"/>
            <a:ext cx="10363200" cy="1362075"/>
          </a:xfrm>
        </p:spPr>
        <p:txBody>
          <a:bodyPr vert="horz" wrap="square" numCol="1" spcCol="215900" anchor="t">
            <a:prstTxWarp prst="textNoShape">
              <a:avLst/>
            </a:prstTxWarp>
          </a:bodyPr>
          <a:lstStyle>
            <a:lvl1pPr algn="l">
              <a:defRPr sz="4000" b="1" cap="all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QUAAOERAACtRQAAHBsAABAAAAAmAAAACAAAAIGAAAAAAAAA"/>
              </a:ext>
            </a:extLst>
          </p:cNvSpPr>
          <p:nvPr>
            <p:ph idx="1"/>
          </p:nvPr>
        </p:nvSpPr>
        <p:spPr>
          <a:xfrm>
            <a:off x="963295" y="2906395"/>
            <a:ext cx="10363200" cy="1500505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000" cap="none"/>
            </a:lvl1pPr>
            <a:lvl2pPr marL="457200" indent="0">
              <a:buNone/>
              <a:defRPr sz="1800" cap="none"/>
            </a:lvl2pPr>
            <a:lvl3pPr marL="914400" indent="0">
              <a:buNone/>
              <a:defRPr sz="1600" cap="none"/>
            </a:lvl3pPr>
            <a:lvl4pPr marL="1371600" indent="0">
              <a:buNone/>
              <a:defRPr sz="1400" cap="none"/>
            </a:lvl4pPr>
            <a:lvl5pPr marL="1828800" indent="0">
              <a:buNone/>
              <a:defRPr sz="1400" cap="none"/>
            </a:lvl5pPr>
            <a:lvl6pPr marL="2286000" indent="0">
              <a:buNone/>
              <a:defRPr sz="1400" cap="none"/>
            </a:lvl6pPr>
            <a:lvl7pPr marL="2743200" indent="0">
              <a:buNone/>
              <a:defRPr sz="1400" cap="none"/>
            </a:lvl7pPr>
            <a:lvl8pPr marL="3200400" indent="0">
              <a:buNone/>
              <a:defRPr sz="1400" cap="none"/>
            </a:lvl8pPr>
            <a:lvl9pPr marL="3657600" indent="0">
              <a:buNone/>
              <a:defRPr sz="14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14988BEB-A5F9-CD7D-B720-5328C56E4106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20C6AC85-CBCD-935A-837E-3D0FE2307568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ColTx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DhJAAAsCUAABAAAAAmAAAACAAAAAGAAAAAAAAA"/>
              </a:ext>
            </a:extLst>
          </p:cNvSpPr>
          <p:nvPr>
            <p:ph idx="1"/>
          </p:nvPr>
        </p:nvSpPr>
        <p:spPr>
          <a:xfrm>
            <a:off x="609600" y="1600200"/>
            <a:ext cx="5385435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yYAANgJAABARwAAsCUAABAAAAAmAAAACAAAAAGAAAAAAAAA"/>
              </a:ext>
            </a:extLst>
          </p:cNvSpPr>
          <p:nvPr>
            <p:ph idx="2"/>
          </p:nvPr>
        </p:nvSpPr>
        <p:spPr>
          <a:xfrm>
            <a:off x="6196965" y="1600200"/>
            <a:ext cx="5385435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628C5D59-178F-D9AB-C134-E1FE137A37B4}" type="datetime1">
              <a:t/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76D2FBA-F4DA-38D9-94D5-028C619B6257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3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HEJAADjJAAAYQ0AABAAAAAmAAAACAAAAIGAAAAAAAAA"/>
              </a:ext>
            </a:extLst>
          </p:cNvSpPr>
          <p:nvPr>
            <p:ph idx="1"/>
          </p:nvPr>
        </p:nvSpPr>
        <p:spPr>
          <a:xfrm>
            <a:off x="609600" y="1534795"/>
            <a:ext cx="5386705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GENAADjJAAAsCUAABAAAAAmAAAACAAAAAGAAAAAAAAA"/>
              </a:ext>
            </a:extLst>
          </p:cNvSpPr>
          <p:nvPr>
            <p:ph idx="2"/>
          </p:nvPr>
        </p:nvSpPr>
        <p:spPr>
          <a:xfrm>
            <a:off x="609600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SlideText2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SYAAHEJAABARwAAYQ0AABAAAAAmAAAACAAAAIGAAAAAAAAA"/>
              </a:ext>
            </a:extLst>
          </p:cNvSpPr>
          <p:nvPr>
            <p:ph idx="3"/>
          </p:nvPr>
        </p:nvSpPr>
        <p:spPr>
          <a:xfrm>
            <a:off x="6195695" y="1534795"/>
            <a:ext cx="5386705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6" name="SlideText4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SYAAGENAABARwAAsCUAABAAAAAmAAAACAAAAAGAAAAAAAAA"/>
              </a:ext>
            </a:extLst>
          </p:cNvSpPr>
          <p:nvPr>
            <p:ph idx="4"/>
          </p:nvPr>
        </p:nvSpPr>
        <p:spPr>
          <a:xfrm>
            <a:off x="6195695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Time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80835E5-ABD5-5DC3-9BB0-5D967BFE6D08}" type="datetime1">
              <a:t/>
            </a:fld>
          </a:p>
        </p:txBody>
      </p:sp>
      <p:sp>
        <p:nvSpPr>
          <p:cNvPr id="8" name="Footer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9" name="SlideNumber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27E97C5-8BEF-2B61-A1C6-7D34D9885728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DateTime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6BEDC688-C686-B830-C855-3065881B3E65}" type="datetime1">
              <a:t/>
            </a:fld>
          </a:p>
        </p:txBody>
      </p:sp>
      <p:sp>
        <p:nvSpPr>
          <p:cNvPr id="4" name="Footer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5" name="SlideNumber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4585B5D-1389-0DAD-C7E0-E5F815AE31B0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Time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657DE349-0788-2815-C6C5-F140AD8B30A4}" type="datetime1">
              <a:t/>
            </a:fld>
          </a:p>
        </p:txBody>
      </p:sp>
      <p:sp>
        <p:nvSpPr>
          <p:cNvPr id="3" name="Footer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4" name="SlideNumber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05F1DD1-9FAD-0AEB-E3E7-69BE53A9153C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4BAABtHAAA1AgAABAAAAAmAAAACAAAAIGAAAAAAAAA"/>
              </a:ext>
            </a:extLst>
          </p:cNvSpPr>
          <p:nvPr>
            <p:ph type="title"/>
          </p:nvPr>
        </p:nvSpPr>
        <p:spPr>
          <a:xfrm>
            <a:off x="609600" y="273050"/>
            <a:ext cx="4011295" cy="116205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0AAK4BAABARwAAsCUAABAAAAAmAAAACAAAAAGAAAAAAAAA"/>
              </a:ext>
            </a:extLst>
          </p:cNvSpPr>
          <p:nvPr>
            <p:ph idx="1"/>
          </p:nvPr>
        </p:nvSpPr>
        <p:spPr>
          <a:xfrm>
            <a:off x="4766945" y="273050"/>
            <a:ext cx="6815455" cy="5853430"/>
          </a:xfrm>
        </p:spPr>
        <p:txBody>
          <a:bodyPr/>
          <a:lstStyle>
            <a:lvl1pPr>
              <a:defRPr sz="3200" cap="none"/>
            </a:lvl1pPr>
            <a:lvl2pPr>
              <a:defRPr sz="2800" cap="none"/>
            </a:lvl2pPr>
            <a:lvl3pPr>
              <a:defRPr sz="2400" cap="none"/>
            </a:lvl3pPr>
            <a:lvl4pPr>
              <a:defRPr sz="2000" cap="none"/>
            </a:lvl4pPr>
            <a:lvl5pPr>
              <a:defRPr sz="2000" cap="none"/>
            </a:lvl5pPr>
            <a:lvl6pPr>
              <a:defRPr sz="2000" cap="none"/>
            </a:lvl6pPr>
            <a:lvl7pPr>
              <a:defRPr sz="2000" cap="none"/>
            </a:lvl7pPr>
            <a:lvl8pPr>
              <a:defRPr sz="2000" cap="none"/>
            </a:lvl8pPr>
            <a:lvl9pPr>
              <a:defRPr sz="20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QIAABtHAAAsCUAABAAAAAmAAAACAAAAAGAAAAAAAAA"/>
              </a:ext>
            </a:extLst>
          </p:cNvSpPr>
          <p:nvPr>
            <p:ph idx="2"/>
          </p:nvPr>
        </p:nvSpPr>
        <p:spPr>
          <a:xfrm>
            <a:off x="609600" y="1435100"/>
            <a:ext cx="4011295" cy="46913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40F03639-77AD-A5C0-E348-8195780615D4}" type="datetime1">
              <a:t/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NwY0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79AA0A4-EAFA-CF56-B422-1C03EE6C4249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IgdAACzOwAABCEAABAAAAAmAAAACAAAAIGAAAAAAAAA"/>
              </a:ext>
            </a:extLst>
          </p:cNvSpPr>
          <p:nvPr>
            <p:ph type="title"/>
          </p:nvPr>
        </p:nvSpPr>
        <p:spPr>
          <a:xfrm>
            <a:off x="2389505" y="4800600"/>
            <a:ext cx="7315200" cy="56642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MYDAACzOwAAFh0AABAAAAAmAAAACAAAAAGAAAAAAAAA"/>
              </a:ext>
            </a:extLst>
          </p:cNvSpPr>
          <p:nvPr>
            <p:ph idx="1"/>
          </p:nvPr>
        </p:nvSpPr>
        <p:spPr>
          <a:xfrm>
            <a:off x="2389505" y="613410"/>
            <a:ext cx="7315200" cy="4114800"/>
          </a:xfrm>
        </p:spPr>
        <p:txBody>
          <a:bodyPr/>
          <a:lstStyle>
            <a:lvl1pPr marL="0" indent="0">
              <a:buNone/>
              <a:defRPr sz="3200" cap="none"/>
            </a:lvl1pPr>
            <a:lvl2pPr marL="457200" indent="0">
              <a:buNone/>
              <a:defRPr sz="2800" cap="none"/>
            </a:lvl2pPr>
            <a:lvl3pPr marL="914400" indent="0">
              <a:buNone/>
              <a:defRPr sz="2400" cap="none"/>
            </a:lvl3pPr>
            <a:lvl4pPr marL="1371600" indent="0">
              <a:buNone/>
              <a:defRPr sz="2000" cap="none"/>
            </a:lvl4pPr>
            <a:lvl5pPr marL="1828800" indent="0">
              <a:buNone/>
              <a:defRPr sz="2000" cap="none"/>
            </a:lvl5pPr>
            <a:lvl6pPr marL="2286000" indent="0">
              <a:buNone/>
              <a:defRPr sz="2000" cap="none"/>
            </a:lvl6pPr>
            <a:lvl7pPr marL="2743200" indent="0">
              <a:buNone/>
              <a:defRPr sz="2000" cap="none"/>
            </a:lvl7pPr>
            <a:lvl8pPr marL="3200400" indent="0">
              <a:buNone/>
              <a:defRPr sz="2000" cap="none"/>
            </a:lvl8pPr>
            <a:lvl9pPr marL="3657600" indent="0">
              <a:buNone/>
              <a:defRPr sz="20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AQhAACzOwAA+CUAABAAAAAmAAAACAAAAAGAAAAAAAAA"/>
              </a:ext>
            </a:extLst>
          </p:cNvSpPr>
          <p:nvPr>
            <p:ph idx="2"/>
          </p:nvPr>
        </p:nvSpPr>
        <p:spPr>
          <a:xfrm>
            <a:off x="2389505" y="5367020"/>
            <a:ext cx="7315200" cy="8051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58F202F3-BDB5-A7F4-FB4A-4BA14C040D1E}" type="datetime1">
              <a:t/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5B8DDC85-CBB6-D82A-F835-3D7F927B0E68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49Ij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IAAAAAAAAA"/>
              </a:ext>
            </a:extLst>
          </p:cNvSpPr>
          <p:nvPr>
            <p:ph idx="1"/>
          </p:nvPr>
        </p:nvSpPr>
        <p:spPr/>
        <p:txBody>
          <a:bodyPr vert="vert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59266C61-2FB4-739A-FA9E-D9CF22D00C8C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E6c3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554FE822-6CB8-1A1E-F6F7-9A4BA6B900CF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C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DYAALABAABARwAAsCUAABAAAAAmAAAACAAAAIMAAAAAAAAA"/>
              </a:ext>
            </a:extLst>
          </p:cNvSpPr>
          <p:nvPr>
            <p:ph type="title"/>
          </p:nvPr>
        </p:nvSpPr>
        <p:spPr>
          <a:xfrm>
            <a:off x="8839200" y="274320"/>
            <a:ext cx="2743200" cy="5852160"/>
          </a:xfrm>
        </p:spPr>
        <p:txBody>
          <a:bodyPr vert="vert" wrap="square" numCol="1" spcCol="215900" anchor="b">
            <a:prstTxWarp prst="textNoShape">
              <a:avLst/>
            </a:prstTxWarp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AfNQAAsCUAABAAAAAmAAAACAAAAAMAAAAAAAAA"/>
              </a:ext>
            </a:extLst>
          </p:cNvSpPr>
          <p:nvPr>
            <p:ph idx="1"/>
          </p:nvPr>
        </p:nvSpPr>
        <p:spPr>
          <a:xfrm>
            <a:off x="609600" y="274320"/>
            <a:ext cx="8025765" cy="5852160"/>
          </a:xfrm>
        </p:spPr>
        <p:txBody>
          <a:bodyPr vert="vert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5D35B15E-10B0-6047-FE8D-E612FFC308B3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5163080-CEF8-43C6-B6AE-38937EE0406D}" type="slidenum">
              <a:t/>
            </a:fld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 name="Default desig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P//////////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P//////////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P//////////"/>
              </a:ext>
            </a:extLst>
          </p:cNvSpPr>
          <p:nvPr>
            <p:ph type="dt" sz="quarter" idx="2"/>
          </p:nvPr>
        </p:nvSpPr>
        <p:spPr>
          <a:xfrm>
            <a:off x="609600" y="6356985"/>
            <a:ext cx="2844165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pPr/>
            <a:fld id="{76FB7B4A-049B-AE8D-D543-F2D8350D23A7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P//////////"/>
              </a:ext>
            </a:extLst>
          </p:cNvSpPr>
          <p:nvPr>
            <p:ph type="ftr" sz="quarter" idx="3"/>
          </p:nvPr>
        </p:nvSpPr>
        <p:spPr>
          <a:xfrm>
            <a:off x="4166235" y="6356985"/>
            <a:ext cx="385953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ctr">
              <a:defRPr sz="1200" cap="none"/>
            </a:lvl1pPr>
          </a:lstStyle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Mvzh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P//////////"/>
              </a:ext>
            </a:extLst>
          </p:cNvSpPr>
          <p:nvPr>
            <p:ph type="sldNum" sz="quarter" idx="4"/>
          </p:nvPr>
        </p:nvSpPr>
        <p:spPr>
          <a:xfrm>
            <a:off x="8738235" y="6356985"/>
            <a:ext cx="2844165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pPr/>
            <a:fld id="{55B1AB28-66B8-E45D-F609-9008E54700C5}" type="slidenum">
              <a:t/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  <a:lvl2pPr marL="457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2pPr>
      <a:lvl3pPr marL="914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3pPr>
      <a:lvl4pPr marL="1371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4pPr>
      <a:lvl5pPr marL="18288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5pPr>
      <a:lvl6pPr marL="22860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6pPr>
      <a:lvl7pPr marL="2743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7pPr>
      <a:lvl8pPr marL="3200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8pPr>
      <a:lvl9pPr marL="3657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9pPr>
    </p:titleStyle>
    <p:bodyStyle>
      <a:lvl1pPr marL="342900" marR="0" indent="-3429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  <a:lvl2pPr marL="742950" marR="0" indent="-28575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2pPr>
      <a:lvl3pPr marL="11430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3pPr>
      <a:lvl4pPr marL="16002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4pPr>
      <a:lvl5pPr marL="20574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5pPr>
      <a:lvl6pPr marL="25146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6pPr>
      <a:lvl7pPr marL="29718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7pPr>
      <a:lvl8pPr marL="34290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8pPr>
      <a:lvl9pPr marL="38862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9pPr>
    </p:bodyStyle>
    <p:otherStyle>
      <a:lvl1pPr marL="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  <a:lvl2pPr marL="457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2pPr>
      <a:lvl3pPr marL="914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3pPr>
      <a:lvl4pPr marL="1371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4pPr>
      <a:lvl5pPr marL="18288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5pPr>
      <a:lvl6pPr marL="22860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6pPr>
      <a:lvl7pPr marL="2743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7pPr>
      <a:lvl8pPr marL="3200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8pPr>
      <a:lvl9pPr marL="3657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1"/>
          <p:cNvSpPr txBox="1">
            <a:extLst>
              <a:ext uri="smNativeData">
                <pr:smNativeData xmlns:pr="smNativeData" xmlns="smNativeData" val="SMDATA_15_MvzhaRMAAAAlAAAAEgAAAE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NwIAAD/fwAA/38AAAAAAAAJAAAABAAAAC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3yIAADUNAABpNQAAdQ8AABAgAAAmAAAACAAAAP//////////"/>
              </a:ext>
            </a:extLst>
          </p:cNvSpPr>
          <p:nvPr/>
        </p:nvSpPr>
        <p:spPr>
          <a:xfrm>
            <a:off x="5668645" y="2146935"/>
            <a:ext cx="301371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/>
            <a:r>
              <a:t>Strong reference (ownership)</a:t>
            </a:r>
          </a:p>
        </p:txBody>
      </p:sp>
      <p:sp>
        <p:nvSpPr>
          <p:cNvPr id="3" name="Textbox2"/>
          <p:cNvSpPr txBox="1">
            <a:extLst>
              <a:ext uri="smNativeData">
                <pr:smNativeData xmlns:pr="smNativeData" xmlns="smNativeData" val="SMDATA_15_MvzhaRMAAAAlAAAAEgAAAE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NwIAAD/fwAA/38AAAAAAAAJAAAABAAAAEk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3yIAAO4QAABpNQAALhMAABAgAAAmAAAACAAAAP//////////"/>
              </a:ext>
            </a:extLst>
          </p:cNvSpPr>
          <p:nvPr/>
        </p:nvSpPr>
        <p:spPr>
          <a:xfrm>
            <a:off x="5668645" y="2752090"/>
            <a:ext cx="301371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/>
            <a:r>
              <a:t>Weak reference</a:t>
            </a:r>
          </a:p>
        </p:txBody>
      </p:sp>
      <p:sp>
        <p:nvSpPr>
          <p:cNvPr id="4" name="Textbox3"/>
          <p:cNvSpPr txBox="1">
            <a:extLst>
              <a:ext uri="smNativeData">
                <pr:smNativeData xmlns:pr="smNativeData" xmlns="smNativeData" val="SMDATA_15_MvzhaRMAAAAlAAAAEgAAAE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NwIAAD/fwAA/38AAAAAAAAJAAAABAAAAAAA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3yIAAKcUAABpNQAA5xYAABAgAAAmAAAACAAAAP//////////"/>
              </a:ext>
            </a:extLst>
          </p:cNvSpPr>
          <p:nvPr/>
        </p:nvSpPr>
        <p:spPr>
          <a:xfrm>
            <a:off x="5668645" y="3357245"/>
            <a:ext cx="301371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/>
            <a:r>
              <a:t>Garbage collection reporting</a:t>
            </a:r>
          </a:p>
        </p:txBody>
      </p:sp>
      <p:sp>
        <p:nvSpPr>
          <p:cNvPr id="5" name="Line1"/>
          <p:cNvSpPr>
            <a:extLst>
              <a:ext uri="smNativeData">
                <pr:smNativeData xmlns:pr="smNativeData" xmlns="smNativeData" val="SMDATA_15_MvzhaRMAAAAlAAAACg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AAAAAAAAAlk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MBUAAI8OAACqIAAAkQ4AABAAAAAmAAAACAAAAP//////////"/>
              </a:ext>
            </a:extLst>
          </p:cNvSpPr>
          <p:nvPr/>
        </p:nvSpPr>
        <p:spPr>
          <a:xfrm>
            <a:off x="3444240" y="2366645"/>
            <a:ext cx="1865630" cy="1270"/>
          </a:xfrm>
          <a:prstGeom prst="line">
            <a:avLst/>
          </a:prstGeom>
          <a:noFill/>
          <a:ln w="63500" cap="flat" cmpd="sng" algn="ctr">
            <a:solidFill>
              <a:schemeClr val="tx1"/>
            </a:solidFill>
            <a:prstDash val="solid"/>
            <a:headEnd type="none"/>
            <a:tailEnd type="stealth" w="lg" len="lg"/>
          </a:ln>
          <a:effectLst/>
        </p:spPr>
      </p:sp>
      <p:sp>
        <p:nvSpPr>
          <p:cNvPr id="6" name="Line2"/>
          <p:cNvSpPr>
            <a:extLst>
              <a:ext uri="smNativeData">
                <pr:smNativeData xmlns:pr="smNativeData" xmlns="smNativeData" val="SMDATA_15_MvzhaRMAAAAlAAAACg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QAAAAAAAAlk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EC5/S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MBUAABkSAACqIAAAGxIAABAAAAAmAAAACAAAAP//////////"/>
              </a:ext>
            </a:extLst>
          </p:cNvSpPr>
          <p:nvPr/>
        </p:nvSpPr>
        <p:spPr>
          <a:xfrm>
            <a:off x="3444240" y="2941955"/>
            <a:ext cx="1865630" cy="1270"/>
          </a:xfrm>
          <a:prstGeom prst="line">
            <a:avLst/>
          </a:prstGeom>
          <a:noFill/>
          <a:ln w="63500" cap="flat" cmpd="sng" algn="ctr">
            <a:solidFill>
              <a:schemeClr val="tx1"/>
            </a:solidFill>
            <a:prstDash val="sysDot"/>
            <a:headEnd type="none"/>
            <a:tailEnd type="stealth" w="lg" len="lg"/>
          </a:ln>
          <a:effectLst/>
        </p:spPr>
      </p:sp>
      <p:sp>
        <p:nvSpPr>
          <p:cNvPr id="7" name="Line3"/>
          <p:cNvSpPr>
            <a:extLst>
              <a:ext uri="smNativeData">
                <pr:smNativeData xmlns:pr="smNativeData" xmlns="smNativeData" val="SMDATA_15_MvzhaRMAAAAlAAAACg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gAAAAAAAAlk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DB/S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MBUAABAWAACqIAAAEhYAABAAAAAmAAAACAAAAP//////////"/>
              </a:ext>
            </a:extLst>
          </p:cNvSpPr>
          <p:nvPr/>
        </p:nvSpPr>
        <p:spPr>
          <a:xfrm>
            <a:off x="3444240" y="3586480"/>
            <a:ext cx="1865630" cy="1270"/>
          </a:xfrm>
          <a:prstGeom prst="line">
            <a:avLst/>
          </a:prstGeom>
          <a:noFill/>
          <a:ln w="63500" cap="flat" cmpd="sng" algn="ctr">
            <a:solidFill>
              <a:schemeClr val="tx1"/>
            </a:solidFill>
            <a:prstDash val="sysDash"/>
            <a:headEnd type="none"/>
            <a:tailEnd type="stealth" w="lg" len="lg"/>
          </a:ln>
          <a:effectLst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1"/>
          <p:cNvSpPr txBox="1">
            <a:extLst>
              <a:ext uri="smNativeData">
                <pr:smNativeData xmlns:pr="smNativeData" xmlns="smNativeData" val="SMDATA_15_MvzhaRMAAAAlAAAAEgAAAA8BAAAAkAAAAEgAAACQAAAASAAAAAAAAAABAAAAAAAAAAEAAABQAAAAAAAAAAAA4D8AAAAAAADgPwAAAAAAAOA/AAAAAAAA4D8AAAAAAADgPwAAAAAAAOA/AAAAAAAA4D8AAAAAAADgPwAAAAAAAOA/AAAAAAAA4D8CAAAAjAAAAAEAAAAAAAAAAP8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IEHAAD/fwAA/38AAAAAAAAJAAAABAAAAAs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P8AAP///wEAAAAAAAAAAAAAAAAAAAAAAAAAAAAAAAAAAAAAAAAAAAAAAAJ/f38AgICAA8zMzADAwP8Af39/AAAAAAAAAAAAAAAAAAAAAAAAAAAAIQAAABgAAAAUAAAADyAAAP0MAAD6KwAA9hAAABAAAAAmAAAACAAAAP//////////"/>
              </a:ext>
            </a:extLst>
          </p:cNvSpPr>
          <p:nvPr/>
        </p:nvSpPr>
        <p:spPr>
          <a:xfrm>
            <a:off x="5211445" y="2111375"/>
            <a:ext cx="1937385" cy="645795"/>
          </a:xfrm>
          <a:prstGeom prst="rect">
            <a:avLst/>
          </a:prstGeom>
          <a:solidFill>
            <a:srgbClr val="00FF00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square" numCol="1" spcCol="215900" anchor="ctr"/>
          <a:lstStyle/>
          <a:p>
            <a:pPr algn="ctr"/>
            <a:r>
              <a:t>ZigObject(Class(S))</a:t>
            </a:r>
          </a:p>
          <a:p>
            <a:pPr algn="ctr">
              <a:defRPr sz="1200" cap="none"/>
            </a:pPr>
            <a:r>
              <a:t>class object</a:t>
            </a:r>
          </a:p>
        </p:txBody>
      </p:sp>
      <p:sp>
        <p:nvSpPr>
          <p:cNvPr id="3" name="Textbox2"/>
          <p:cNvSpPr txBox="1">
            <a:extLst>
              <a:ext uri="smNativeData">
                <pr:smNativeData xmlns:pr="smNativeData" xmlns="smNativeData" val="SMDATA_15_MvzhaRMAAAAlAAAAEgAAAA8BAAAAkAAAAEgAAACQAAAASAAAAAAAAAABAAAAAAAAAAEAAABQAAAAAAAAAAAA4D8AAAAAAADgPwAAAAAAAOA/AAAAAAAA4D8AAAAAAADgPwAAAAAAAOA/AAAAAAAA4D8AAAAAAADgPwAAAAAAAOA/AAAAAAAA4D8CAAAAjAAAAAEAAAAAAAAAAP8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IgDAAD/fwAA/38AAAAAAAAJAAAABAAAAA4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P8AAP///wEAAAAAAAAAAAAAAAAAAAAAAAAAAAAAAAAAAAAAAAAAAAAAAAJ/f38AgICAA8zMzADAwP8Af39/AAAAAAAAAAAAAAAAAAAAAAAAAAAAIQAAABgAAAAUAAAAJBQAAAENAACHHAAA+hAAABAAAAAmAAAACAAAAP//////////"/>
              </a:ext>
            </a:extLst>
          </p:cNvSpPr>
          <p:nvPr/>
        </p:nvSpPr>
        <p:spPr>
          <a:xfrm>
            <a:off x="3274060" y="2113915"/>
            <a:ext cx="1363345" cy="645795"/>
          </a:xfrm>
          <a:prstGeom prst="rect">
            <a:avLst/>
          </a:prstGeom>
          <a:solidFill>
            <a:srgbClr val="00FF00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square" numCol="1" spcCol="215900" anchor="ctr"/>
          <a:lstStyle/>
          <a:p>
            <a:pPr algn="ctr"/>
            <a:r>
              <a:t>ZigObject(S)</a:t>
            </a:r>
          </a:p>
          <a:p>
            <a:pPr algn="ctr">
              <a:defRPr sz="1200" cap="none"/>
            </a:pPr>
            <a:r>
              <a:t>structure instance</a:t>
            </a:r>
          </a:p>
        </p:txBody>
      </p:sp>
      <p:sp>
        <p:nvSpPr>
          <p:cNvPr id="4" name="Textbox3"/>
          <p:cNvSpPr txBox="1">
            <a:extLst>
              <a:ext uri="smNativeData">
                <pr:smNativeData xmlns:pr="smNativeData" xmlns="smNativeData" val="SMDATA_15_MvzhaRMAAAAlAAAAEgAAAA8BAAAAkAAAAEgAAACQAAAASAAAAAAAAAABAAAAAAAAAAEAAABQAAAAAAAAAAAA4D8AAAAAAADgPwAAAAAAAOA/AAAAAAAA4D8AAAAAAADgPwAAAAAAAOA/AAAAAAAA4D8AAAAAAADgPwAAAAAAAOA/AAAAAAAA4D8CAAAAjAAAAAEAAAAAAAAAAP8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IgDAAD/fwAA/38AAAAAAAAJAAAABAAAAC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P8AAP///wEAAAAAAAAAAAAAAAAAAAAAAAAAAAAAAAAAAAAAAAAAAAAAAAJ/f38AgICAA8zMzADAwP8Af39/AAAAAAAAAAAAAAAAAAAAAAAAAAAAIQAAABgAAAAUAAAAOxUAAJIGAABpGwAAiwoAABAAAAAmAAAACAAAAP//////////"/>
              </a:ext>
            </a:extLst>
          </p:cNvSpPr>
          <p:nvPr/>
        </p:nvSpPr>
        <p:spPr>
          <a:xfrm>
            <a:off x="3451225" y="1068070"/>
            <a:ext cx="1004570" cy="645795"/>
          </a:xfrm>
          <a:prstGeom prst="rect">
            <a:avLst/>
          </a:prstGeom>
          <a:solidFill>
            <a:srgbClr val="00FF00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square" numCol="1" spcCol="215900" anchor="ctr"/>
          <a:lstStyle/>
          <a:p>
            <a:pPr algn="ctr"/>
            <a:r>
              <a:t>table</a:t>
            </a:r>
          </a:p>
          <a:p>
            <a:pPr algn="ctr">
              <a:defRPr sz="1200" cap="none"/>
            </a:pPr>
            <a:r>
              <a:t>child objects</a:t>
            </a:r>
          </a:p>
        </p:txBody>
      </p:sp>
      <p:sp>
        <p:nvSpPr>
          <p:cNvPr id="5" name="Textbox4"/>
          <p:cNvSpPr txBox="1">
            <a:extLst>
              <a:ext uri="smNativeData">
                <pr:smNativeData xmlns:pr="smNativeData" xmlns="smNativeData" val="SMDATA_15_MvzhaRMAAAAlAAAAEgAAAA8BAAAAkAAAAEgAAACQAAAASAAAAAAAAAABAAAAAAAAAAEAAABQAAAAAAAAAAAA4D8AAAAAAADgPwAAAAAAAOA/AAAAAAAA4D8AAAAAAADgPwAAAAAAAOA/AAAAAAAA4D8AAAAAAADgPwAAAAAAAOA/AAAAAAAA4D8CAAAAjAAAAAEAAAAAAAAA//8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IgDAAD/fwAA/38AAAAAAAAJAAAABAAAAAEBAQ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8AAP///wEAAAAAAAAAAAAAAAAAAAAAAAAAAAAAAAAAAAAAAAAAAAAAAAJ/f38AgICAA8zMzADAwP8Af39/AAAAAAAAAAAAAAAAAAAAAAAAAAAAIQAAABgAAAAUAAAAwQsAAIgNAADvEQAAehAAABAAAAAmAAAACAAAAP//////////"/>
              </a:ext>
            </a:extLst>
          </p:cNvSpPr>
          <p:nvPr/>
        </p:nvSpPr>
        <p:spPr>
          <a:xfrm>
            <a:off x="1910715" y="2199640"/>
            <a:ext cx="1004570" cy="478790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square" numCol="1" spcCol="215900" anchor="ctr"/>
          <a:lstStyle/>
          <a:p>
            <a:pPr algn="ctr"/>
            <a:r>
              <a:t>buffer</a:t>
            </a:r>
          </a:p>
        </p:txBody>
      </p:sp>
      <p:sp>
        <p:nvSpPr>
          <p:cNvPr id="6" name="Textbox6"/>
          <p:cNvSpPr txBox="1">
            <a:extLst>
              <a:ext uri="smNativeData">
                <pr:smNativeData xmlns:pr="smNativeData" xmlns="smNativeData" val="SMDATA_15_MvzhaRMAAAAlAAAAEgAAAA8BAAAAkAAAAEgAAACQAAAASAAAAAAAAAABAAAAAAAAAAEAAABQAAAAAAAAAAAA4D8AAAAAAADgPwAAAAAAAOA/AAAAAAAA4D8AAAAAAADgPwAAAAAAAOA/AAAAAAAA4D8AAAAAAADgPwAAAAAAAOA/AAAAAAAA4D8CAAAAjAAAAAEAAAAAAAAA//8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IEHAAD/fwAA/38AAAAAAAAJAAAABAAAAC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8AAP///wEAAAAAAAAAAAAAAAAAAAAAAAAAAAAAAAAAAAAAAAAAAAAAAAJ/f38AgICAA8zMzADAwP8Af39/AAAAAAAAAAAAAAAAAAAAAAAAAAAAIQAAABgAAAAUAAAA8SAAAFsUAAAYKwAAVBgAABAAAAAmAAAACAAAAP//////////"/>
              </a:ext>
            </a:extLst>
          </p:cNvSpPr>
          <p:nvPr/>
        </p:nvSpPr>
        <p:spPr>
          <a:xfrm>
            <a:off x="5354955" y="3308985"/>
            <a:ext cx="1650365" cy="64579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square" numCol="1" spcCol="215900" anchor="ctr"/>
          <a:lstStyle/>
          <a:p>
            <a:pPr algn="ctr"/>
            <a:r>
              <a:t>ZigClassEntry</a:t>
            </a:r>
          </a:p>
          <a:p>
            <a:pPr algn="ctr">
              <a:defRPr sz="1200" cap="none"/>
            </a:pPr>
            <a:r>
              <a:t>class entry</a:t>
            </a:r>
          </a:p>
        </p:txBody>
      </p:sp>
      <p:sp>
        <p:nvSpPr>
          <p:cNvPr id="7" name="Textbox7"/>
          <p:cNvSpPr txBox="1">
            <a:extLst>
              <a:ext uri="smNativeData">
                <pr:smNativeData xmlns:pr="smNativeData" xmlns="smNativeData" val="SMDATA_15_MvzhaRMAAAAlAAAAEgAAAA8BAAAAkAAAAEgAAACQAAAASAAAAAAAAAABAAAAAAAAAAEAAABQAAAAAAAAAAAA4D8AAAAAAADgPwAAAAAAAOA/AAAAAAAA4D8AAAAAAADgPwAAAAAAAOA/AAAAAAAA4D8AAAAAAADgPwAAAAAAAOA/AAAAAAAA4D8CAAAAjAAAAAEAAAAAAAAA//8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IgDAAD/fwAA/38AAAAAAAAJAAAABAAAAC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8AAP///wEAAAAAAAAAAAAAAAAAAAAAAAAAAAAAAAAAAAAAAAAAAAAAAAJ/f38AgICAA8zMzADAwP8Af39/AAAAAAAAAAAAAAAAAAAAAAAAAAAAIQAAABgAAAAUAAAAgTIAAOUHAADkOgAA/AoAABAAAAAmAAAACAAAAP//////////"/>
              </a:ext>
            </a:extLst>
          </p:cNvSpPr>
          <p:nvPr/>
        </p:nvSpPr>
        <p:spPr>
          <a:xfrm>
            <a:off x="8209915" y="1283335"/>
            <a:ext cx="1363345" cy="50228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square" numCol="1" spcCol="215900" anchor="ctr"/>
          <a:lstStyle/>
          <a:p>
            <a:pPr algn="ctr"/>
            <a:r>
              <a:t>ModuleHost</a:t>
            </a:r>
          </a:p>
        </p:txBody>
      </p:sp>
      <p:sp>
        <p:nvSpPr>
          <p:cNvPr id="8" name="Textbox8"/>
          <p:cNvSpPr txBox="1">
            <a:extLst>
              <a:ext uri="smNativeData">
                <pr:smNativeData xmlns:pr="smNativeData" xmlns="smNativeData" val="SMDATA_15_MvzhaRMAAAAlAAAAEgAAAA8BAAAAkAAAAEgAAACQAAAASAAAAAAAAAABAAAAAAAAAAEAAABQAAAAAAAAAAAA4D8AAAAAAADgPwAAAAAAAOA/AAAAAAAA4D8AAAAAAADgPwAAAAAAAOA/AAAAAAAA4D8AAAAAAADgPwAAAAAAAOA/AAAAAAAA4D8CAAAAjAAAAAEAAAAAAAAAAP8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IgDAAD/fwAA/38AAAAAAAAJAAAABAAAAC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P8AAP///wEAAAAAAAAAAAAAAAAAAAAAAAAAAAAAAAAAAAAAAAAAAAAAAAJ/f38AgICAA8zMzADAwP8Af39/AAAAAAAAAAAAAAAAAAAAAAAAAAAAIQAAABgAAAAUAAAALDEAAH8CAAA1PAAAlgUAABAAAAAmAAAACAAAAP//////////"/>
              </a:ext>
            </a:extLst>
          </p:cNvSpPr>
          <p:nvPr/>
        </p:nvSpPr>
        <p:spPr>
          <a:xfrm>
            <a:off x="7993380" y="405765"/>
            <a:ext cx="1793875" cy="502285"/>
          </a:xfrm>
          <a:prstGeom prst="rect">
            <a:avLst/>
          </a:prstGeom>
          <a:solidFill>
            <a:srgbClr val="00FF00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square" numCol="1" spcCol="215900" anchor="ctr"/>
          <a:lstStyle/>
          <a:p>
            <a:pPr algn="ctr"/>
            <a:r>
              <a:t>global error set</a:t>
            </a:r>
          </a:p>
        </p:txBody>
      </p:sp>
      <p:sp>
        <p:nvSpPr>
          <p:cNvPr id="9" name="Textbox9"/>
          <p:cNvSpPr txBox="1">
            <a:extLst>
              <a:ext uri="smNativeData">
                <pr:smNativeData xmlns:pr="smNativeData" xmlns="smNativeData" val="SMDATA_15_MvzhaRMAAAAlAAAAEgAAAA8BAAAAkAAAAEgAAACQAAAASAAAAAAAAAABAAAAAAAAAAEAAABQAAAAAAAAAAAA4D8AAAAAAADgPwAAAAAAAOA/AAAAAAAA4D8AAAAAAADgPwAAAAAAAOA/AAAAAAAA4D8AAAAAAADgPwAAAAAAAOA/AAAAAAAA4D8CAAAAjAAAAAEAAAAAAAAA//8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IEHAAD/fwAA/38AAAAAAAAJAAAABAAAAC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8AAP///wEAAAAAAAAAAAAAAAAAAAAAAAAAAAAAAAAAAAAAAAAAAAAAAAJ/f38AgICAA8zMzADAwP8Af39/AAAAAAAAAAAAAAAAAAAAAAAAAAAAIQAAABgAAAAUAAAAgDIAABMOAACnPAAADBIAABAAAAAmAAAACAAAAP//////////"/>
              </a:ext>
            </a:extLst>
          </p:cNvSpPr>
          <p:nvPr/>
        </p:nvSpPr>
        <p:spPr>
          <a:xfrm>
            <a:off x="8209280" y="2287905"/>
            <a:ext cx="1650365" cy="64579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square" numCol="1" spcCol="215900" anchor="ctr"/>
          <a:lstStyle/>
          <a:p>
            <a:pPr algn="ctr"/>
            <a:r>
              <a:t>S.Static</a:t>
            </a:r>
          </a:p>
          <a:p>
            <a:pPr algn="ctr">
              <a:defRPr sz="1200" cap="none"/>
            </a:pPr>
            <a:r>
              <a:t>structure static data</a:t>
            </a:r>
          </a:p>
        </p:txBody>
      </p:sp>
      <p:sp>
        <p:nvSpPr>
          <p:cNvPr id="10" name="Textbox10"/>
          <p:cNvSpPr txBox="1">
            <a:extLst>
              <a:ext uri="smNativeData">
                <pr:smNativeData xmlns:pr="smNativeData" xmlns="smNativeData" val="SMDATA_15_MvzhaRMAAAAlAAAAEgAAAA8BAAAAkAAAAEgAAACQAAAASAAAAAAAAAABAAAAAAAAAAEAAABQAAAAAAAAAAAA4D8AAAAAAADgPwAAAAAAAOA/AAAAAAAA4D8AAAAAAADgPwAAAAAAAOA/AAAAAAAA4D8AAAAAAADgPwAAAAAAAOA/AAAAAAAA4D8CAAAAjAAAAAEAAAAAAAAA//8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IEHAAD/fwAA/38AAAAAAAAJAAAABAAAAJCbpz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8AAP///wEAAAAAAAAAAAAAAAAAAAAAAAAAAAAAAAAAAAAAAAAAAAAAAAJ/f38AgICAA8zMzADAwP8Af39/AAAAAAAAAAAAAAAAAAAAAAAAAAAAIQAAABgAAAAUAAAARjEAAFsUAACSNgAAVBgAABAAAAAmAAAACAAAAP//////////"/>
              </a:ext>
            </a:extLst>
          </p:cNvSpPr>
          <p:nvPr/>
        </p:nvSpPr>
        <p:spPr>
          <a:xfrm>
            <a:off x="8009890" y="3308985"/>
            <a:ext cx="861060" cy="64579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square" numCol="1" spcCol="215900" anchor="ctr"/>
          <a:lstStyle/>
          <a:p>
            <a:pPr algn="ctr"/>
            <a:r>
              <a:t>Scope</a:t>
            </a:r>
          </a:p>
          <a:p>
            <a:pPr algn="ctr">
              <a:defRPr sz="1200" cap="none"/>
            </a:pPr>
            <a:r>
              <a:t>static</a:t>
            </a:r>
          </a:p>
        </p:txBody>
      </p:sp>
      <p:grpSp>
        <p:nvGrpSpPr>
          <p:cNvPr id="11" name="Group1"/>
          <p:cNvGrpSpPr>
            <a:extLst>
              <a:ext uri="smNativeData">
                <pr:smNativeData xmlns:pr="smNativeData" xmlns="smNativeData" val="SMDATA_6_MvzhaRMAAAAlAAAAAQAAAA8BAAAAkAAAAEgAAACQAAAASAAAAAAAAAAAAAAAAAAAABcAAAAUAAAAAAAAAAAAAAD/fwAA/38AAAAAAAAJAAAABAAAAD4AAAAfAAAAVAAAAAAAAAAAAAAAAAAAAAAAAAAAAAAAAAAAAAAAAAAAAAAAAAAAAAAAAAAAAAAAAAAAAAAAAAAAAAAAAAAAAAAAAAAAAAAAAAAAAAAAAAAAAAAAAAAAACEAAAAYAAAAFAAAAKkoAADFGwAATDAAAP4eAAAQAAAAJgAAAAgAAAD/////AAAAAA=="/>
              </a:ext>
            </a:extLst>
          </p:cNvGrpSpPr>
          <p:nvPr/>
        </p:nvGrpSpPr>
        <p:grpSpPr>
          <a:xfrm>
            <a:off x="6609715" y="4514215"/>
            <a:ext cx="1241425" cy="523875"/>
            <a:chOff x="6609715" y="4514215"/>
            <a:chExt cx="1241425" cy="523875"/>
          </a:xfrm>
        </p:grpSpPr>
        <p:sp>
          <p:nvSpPr>
            <p:cNvPr id="13" name="Textbox13"/>
            <p:cNvSpPr txBox="1">
              <a:extLst>
                <a:ext uri="smNativeData">
                  <pr:smNativeData xmlns:pr="smNativeData" xmlns="smNativeData" val="SMDATA_15_MvzhaRMAAAAlAAAAEgAAAA8BAAAAkAAAAEgAAACQAAAASAAAAAAAAAABAAAAAAAAAAEAAABQAAAAAAAAAAAA4D8AAAAAAADgPwAAAAAAAOA/AAAAAAAA4D8AAAAAAADgPwAAAAAAAOA/AAAAAAAA4D8AAAAAAADgPwAAAAAAAOA/AAAAAAAA4D8CAAAAjAAAAAEAAAAAAAAA//8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IgDAAD/fwAA/38AAAAAAAAJAAAABAAAAC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8AAP///wEAAAAAAAAAAAAAAAAAAAAAAAAAAAAAAAAAAAAAAAAAAAAAAAJ/f38AgICAA8zMzADAwP8Af39/AAAAAAAAAAAAAAAAAAAAAAAAAAAAIQAAABgAAAAUAAAADSkAACkcAABMMAAA/h4AAAAAAAAmAAAACAAAAP//////////"/>
                </a:ext>
              </a:extLst>
            </p:cNvSpPr>
            <p:nvPr/>
          </p:nvSpPr>
          <p:spPr>
            <a:xfrm>
              <a:off x="6673215" y="4577715"/>
              <a:ext cx="1177925" cy="460375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 vert="horz" wrap="square" numCol="1" spcCol="215900" anchor="ctr"/>
            <a:lstStyle/>
            <a:p>
              <a:pPr algn="ctr"/>
              <a:r>
                <a:t>members</a:t>
              </a:r>
            </a:p>
          </p:txBody>
        </p:sp>
        <p:sp>
          <p:nvSpPr>
            <p:cNvPr id="12" name="Textbox11"/>
            <p:cNvSpPr txBox="1">
              <a:extLst>
                <a:ext uri="smNativeData">
                  <pr:smNativeData xmlns:pr="smNativeData" xmlns="smNativeData" val="SMDATA_15_MvzhaRMAAAAlAAAAEgAAAA8BAAAAkAAAAEgAAACQAAAASAAAAAAAAAABAAAAAAAAAAEAAABQAAAAAAAAAAAA4D8AAAAAAADgPwAAAAAAAOA/AAAAAAAA4D8AAAAAAADgPwAAAAAAAOA/AAAAAAAA4D8AAAAAAADgPwAAAAAAAOA/AAAAAAAA4D8CAAAAjAAAAAEAAAAAAAAA//8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IgDAAD/fwAA/38AAAAAAAAJAAAABAAAAID8+z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8AAP///wEAAAAAAAAAAAAAAAAAAAAAAAAAAAAAAAAAAAAAAAAAAAAAAAJ/f38AgICAA8zMzADAwP8Af39/AAAAAAAAAAAAAAAAAAAAAAAAAAAAIQAAABgAAAAUAAAAqSgAAMUbAADoLwAAmh4AAAAAAAAmAAAACAAAAP//////////"/>
                </a:ext>
              </a:extLst>
            </p:cNvSpPr>
            <p:nvPr/>
          </p:nvSpPr>
          <p:spPr>
            <a:xfrm>
              <a:off x="6609715" y="4514215"/>
              <a:ext cx="1177925" cy="460375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 vert="horz" wrap="square" numCol="1" spcCol="215900" anchor="ctr"/>
            <a:lstStyle/>
            <a:p>
              <a:pPr algn="ctr"/>
              <a:r>
                <a:t>members</a:t>
              </a:r>
            </a:p>
          </p:txBody>
        </p:sp>
      </p:grpSp>
      <p:sp>
        <p:nvSpPr>
          <p:cNvPr id="14" name="Textbox12"/>
          <p:cNvSpPr txBox="1">
            <a:extLst>
              <a:ext uri="smNativeData">
                <pr:smNativeData xmlns:pr="smNativeData" xmlns="smNativeData" val="SMDATA_15_MvzhaRMAAAAlAAAAEgAAAA8BAAAAkAAAAEgAAACQAAAASAAAAAAAAAABAAAAAAAAAAEAAABQAAAAAAAAAAAA4D8AAAAAAADgPwAAAAAAAOA/AAAAAAAA4D8AAAAAAADgPwAAAAAAAOA/AAAAAAAA4D8AAAAAAADgPwAAAAAAAOA/AAAAAAAA4D8CAAAAjAAAAAEAAAAAAAAA//8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IgDAAD/fwAA/38AAAAAAAAJAAAABAAAAC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8AAP///wEAAAAAAAAAAAAAAAAAAAAAAAAAAAAAAAAAAAAAAAAAAAAAAAJ/f38AgICAA8zMzADAwP8Af39/AAAAAAAAAAAAAAAAAAAAAAAAAAAAIQAAABgAAAAUAAAAAzgAANEbAABCPwAAph4AABAAAAAmAAAACAAAAP//////////"/>
              </a:ext>
            </a:extLst>
          </p:cNvSpPr>
          <p:nvPr/>
        </p:nvSpPr>
        <p:spPr>
          <a:xfrm>
            <a:off x="9105265" y="4521835"/>
            <a:ext cx="1177925" cy="46037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square" numCol="1" spcCol="215900" anchor="ctr"/>
          <a:lstStyle/>
          <a:p>
            <a:pPr algn="ctr"/>
            <a:r>
              <a:t>template</a:t>
            </a:r>
          </a:p>
        </p:txBody>
      </p:sp>
      <p:sp>
        <p:nvSpPr>
          <p:cNvPr id="15" name="Textbox15"/>
          <p:cNvSpPr txBox="1">
            <a:extLst>
              <a:ext uri="smNativeData">
                <pr:smNativeData xmlns:pr="smNativeData" xmlns="smNativeData" val="SMDATA_15_MvzhaRMAAAAlAAAAEgAAAA8BAAAAkAAAAEgAAACQAAAASAAAAAAAAAABAAAAAAAAAAEAAABQAAAAAAAAAAAA4D8AAAAAAADgPwAAAAAAAOA/AAAAAAAA4D8AAAAAAADgPwAAAAAAAOA/AAAAAAAA4D8AAAAAAADgPwAAAAAAAOA/AAAAAAAA4D8CAAAAjAAAAAEAAAAAAAAAAP8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IgDAAD/fwAA/38AAAAAAAAJAAAABAAAAC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P8AAP///wEAAAAAAAAAAAAAAAAAAAAAAAAAAAAAAAAAAAAAAAAAAAAAAAJ/f38AgICAA8zMzADAwP8Af39/AAAAAAAAAAAAAAAAAAAAAAAAAAAAIQAAABgAAAAUAAAANTkAAHwgAAAQPgAAUSMAABAAAAAmAAAACAAAAP//////////"/>
              </a:ext>
            </a:extLst>
          </p:cNvSpPr>
          <p:nvPr/>
        </p:nvSpPr>
        <p:spPr>
          <a:xfrm>
            <a:off x="9299575" y="5280660"/>
            <a:ext cx="789305" cy="460375"/>
          </a:xfrm>
          <a:prstGeom prst="rect">
            <a:avLst/>
          </a:prstGeom>
          <a:solidFill>
            <a:srgbClr val="00FF00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square" numCol="1" spcCol="215900" anchor="ctr"/>
          <a:lstStyle/>
          <a:p>
            <a:pPr algn="ctr"/>
            <a:r>
              <a:t>table</a:t>
            </a:r>
          </a:p>
        </p:txBody>
      </p:sp>
      <p:sp>
        <p:nvSpPr>
          <p:cNvPr id="16" name="Textbox17"/>
          <p:cNvSpPr txBox="1">
            <a:extLst>
              <a:ext uri="smNativeData">
                <pr:smNativeData xmlns:pr="smNativeData" xmlns="smNativeData" val="SMDATA_15_MvzhaRMAAAAlAAAAEgAAAA8BAAAAkAAAAEgAAACQAAAASAAAAAAAAAABAAAAAAAAAAEAAABQAAAAAAAAAAAA4D8AAAAAAADgPwAAAAAAAOA/AAAAAAAA4D8AAAAAAADgPwAAAAAAAOA/AAAAAAAA4D8AAAAAAADgPwAAAAAAAOA/AAAAAAAA4D8CAAAAjAAAAAEAAAAAAAAA//8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IEHAAD/fwAA/38AAAAAAAAJAAAABAAAACJIYW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8AAP///wEAAAAAAAAAAAAAAAAAAAAAAAAAAAAAAAAAAAAAAAAAAAAAAAJ/f38AgICAA8zMzADAwP8Af39/AAAAAAAAAAAAAAAAAAAAAAAAAAAAIQAAABgAAAAUAAAAahQAAFsUAAC2GQAAVBgAABAAAAAmAAAACAAAAP//////////"/>
              </a:ext>
            </a:extLst>
          </p:cNvSpPr>
          <p:nvPr/>
        </p:nvSpPr>
        <p:spPr>
          <a:xfrm>
            <a:off x="3318510" y="3308985"/>
            <a:ext cx="861060" cy="64579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square" numCol="1" spcCol="215900" anchor="ctr"/>
          <a:lstStyle/>
          <a:p>
            <a:pPr algn="ctr"/>
            <a:r>
              <a:t>Scope</a:t>
            </a:r>
          </a:p>
          <a:p>
            <a:pPr algn="ctr">
              <a:defRPr sz="1200" cap="none"/>
            </a:pPr>
            <a:r>
              <a:t>instance</a:t>
            </a:r>
          </a:p>
        </p:txBody>
      </p:sp>
      <p:sp>
        <p:nvSpPr>
          <p:cNvPr id="17" name="Textbox18"/>
          <p:cNvSpPr txBox="1">
            <a:extLst>
              <a:ext uri="smNativeData">
                <pr:smNativeData xmlns:pr="smNativeData" xmlns="smNativeData" val="SMDATA_15_MvzhaRMAAAAlAAAAEgAAAA8BAAAAkAAAAEgAAACQAAAASAAAAAAAAAABAAAAAAAAAAEAAABQAAAAAAAAAAAA4D8AAAAAAADgPwAAAAAAAOA/AAAAAAAA4D8AAAAAAADgPwAAAAAAAOA/AAAAAAAA4D8AAAAAAADgPwAAAAAAAOA/AAAAAAAA4D8CAAAAjAAAAAEAAAAAAAAA//8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IgDAAD/fwAA/38AAAAAAAAJAAAABAAAAC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8AAP///wEAAAAAAAAAAAAAAAAAAAAAAAAAAAAAAAAAAAAAAAAAAAAAAAJ/f38AgICAA8zMzADAwP8Af39/AAAAAAAAAAAAAAAAAAAAAAAAAAAAIQAAABgAAAAUAAAAsRsAAJAbAADwIgAAZR4AABAAAAAmAAAACAAAAP//////////"/>
              </a:ext>
            </a:extLst>
          </p:cNvSpPr>
          <p:nvPr/>
        </p:nvSpPr>
        <p:spPr>
          <a:xfrm>
            <a:off x="4501515" y="4480560"/>
            <a:ext cx="1177925" cy="46037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square" numCol="1" spcCol="215900" anchor="ctr"/>
          <a:lstStyle/>
          <a:p>
            <a:pPr algn="ctr"/>
            <a:r>
              <a:t>template</a:t>
            </a:r>
          </a:p>
        </p:txBody>
      </p:sp>
      <p:sp>
        <p:nvSpPr>
          <p:cNvPr id="18" name="Textbox19"/>
          <p:cNvSpPr txBox="1">
            <a:extLst>
              <a:ext uri="smNativeData">
                <pr:smNativeData xmlns:pr="smNativeData" xmlns="smNativeData" val="SMDATA_15_MvzhaRMAAAAlAAAAEgAAAA8BAAAAkAAAAEgAAACQAAAASAAAAAAAAAABAAAAAAAAAAEAAABQAAAAAAAAAAAA4D8AAAAAAADgPwAAAAAAAOA/AAAAAAAA4D8AAAAAAADgPwAAAAAAAOA/AAAAAAAA4D8AAAAAAADgPwAAAAAAAOA/AAAAAAAA4D8CAAAAjAAAAAEAAAAAAAAAAP8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IgD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P8AAP///wEAAAAAAAAAAAAAAAAAAAAAAAAAAAAAAAAAAAAAAAAAAAAAAAJ/f38AgICAA8zMzADAwP8Af39/AAAAAAAAAAAAAAAAAAAAAAAAAAAAIQAAABgAAAAUAAAA4xwAAGsgAAC+IQAAQCMAABAAAAAmAAAACAAAAP//////////"/>
              </a:ext>
            </a:extLst>
          </p:cNvSpPr>
          <p:nvPr/>
        </p:nvSpPr>
        <p:spPr>
          <a:xfrm>
            <a:off x="4695825" y="5269865"/>
            <a:ext cx="789305" cy="460375"/>
          </a:xfrm>
          <a:prstGeom prst="rect">
            <a:avLst/>
          </a:prstGeom>
          <a:solidFill>
            <a:srgbClr val="00FF00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square" numCol="1" spcCol="215900" anchor="ctr"/>
          <a:lstStyle/>
          <a:p>
            <a:pPr algn="ctr"/>
            <a:r>
              <a:t>table</a:t>
            </a:r>
          </a:p>
        </p:txBody>
      </p:sp>
      <p:grpSp>
        <p:nvGrpSpPr>
          <p:cNvPr id="19" name="Group3"/>
          <p:cNvGrpSpPr>
            <a:extLst>
              <a:ext uri="smNativeData">
                <pr:smNativeData xmlns:pr="smNativeData" xmlns="smNativeData" val="SMDATA_6_MvzhaRMAAAAlAAAAAQAAAA8BAAAAkAAAAEgAAACQAAAASAAAAAAAAAAAAAAAAAAAABcAAAAUAAAAAAAAAAAAAAD/fwAA/38AAAAAAAAJAAAABAAAANFSgjUfAAAAVAAAAAAAAAAAAAAAAAAAAAAAAAAAAAAAAAAAAAAAAAAAAAAAAAAAAAAAAAAAAAAAAAAAAAAAAAAAAAAAAAAAAAAAAAAAAAAAAAAAAAAAAAAAAAAAAAAAACEAAAAYAAAAFAAAAAgOAACcGwAAqxUAANUeAAAQAAAAJgAAAAgAAAD/////AAAAAA=="/>
              </a:ext>
            </a:extLst>
          </p:cNvGrpSpPr>
          <p:nvPr/>
        </p:nvGrpSpPr>
        <p:grpSpPr>
          <a:xfrm>
            <a:off x="2280920" y="4488180"/>
            <a:ext cx="1241425" cy="523875"/>
            <a:chOff x="2280920" y="4488180"/>
            <a:chExt cx="1241425" cy="523875"/>
          </a:xfrm>
        </p:grpSpPr>
        <p:sp>
          <p:nvSpPr>
            <p:cNvPr id="21" name="Textbox21"/>
            <p:cNvSpPr txBox="1">
              <a:extLst>
                <a:ext uri="smNativeData">
                  <pr:smNativeData xmlns:pr="smNativeData" xmlns="smNativeData" val="SMDATA_15_MvzhaRMAAAAlAAAAEgAAAA8BAAAAkAAAAEgAAACQAAAASAAAAAAAAAABAAAAAAAAAAEAAABQAAAAAAAAAAAA4D8AAAAAAADgPwAAAAAAAOA/AAAAAAAA4D8AAAAAAADgPwAAAAAAAOA/AAAAAAAA4D8AAAAAAADgPwAAAAAAAOA/AAAAAAAA4D8CAAAAjAAAAAEAAAAAAAAA//8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IgDAAD/fwAA/38AAAAAAAAJAAAABAAAAJD3rD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8AAP///wEAAAAAAAAAAAAAAAAAAAAAAAAAAAAAAAAAAAAAAAAAAAAAAAJ/f38AgICAA8zMzADAwP8Af39/AAAAAAAAAAAAAAAAAAAAAAAAAAAAIQAAABgAAAAUAAAAbA4AAAAcAACrFQAA1R4AAAAAAAAmAAAACAAAAP//////////"/>
                </a:ext>
              </a:extLst>
            </p:cNvSpPr>
            <p:nvPr/>
          </p:nvSpPr>
          <p:spPr>
            <a:xfrm>
              <a:off x="2344420" y="4551680"/>
              <a:ext cx="1177925" cy="460375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 vert="horz" wrap="square" numCol="1" spcCol="215900" anchor="ctr"/>
            <a:lstStyle/>
            <a:p>
              <a:pPr algn="ctr"/>
              <a:r>
                <a:t>members</a:t>
              </a:r>
            </a:p>
          </p:txBody>
        </p:sp>
        <p:sp>
          <p:nvSpPr>
            <p:cNvPr id="20" name="Textbox20"/>
            <p:cNvSpPr txBox="1">
              <a:extLst>
                <a:ext uri="smNativeData">
                  <pr:smNativeData xmlns:pr="smNativeData" xmlns="smNativeData" val="SMDATA_15_MvzhaRMAAAAlAAAAEgAAAA8BAAAAkAAAAEgAAACQAAAASAAAAAAAAAABAAAAAAAAAAEAAABQAAAAAAAAAAAA4D8AAAAAAADgPwAAAAAAAOA/AAAAAAAA4D8AAAAAAADgPwAAAAAAAOA/AAAAAAAA4D8AAAAAAADgPwAAAAAAAOA/AAAAAAAA4D8CAAAAjAAAAAEAAAAAAAAA//8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IgDAAD/fwAA/38AAAAAAAAJAAAABAAAAC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8AAP///wEAAAAAAAAAAAAAAAAAAAAAAAAAAAAAAAAAAAAAAAAAAAAAAAJ/f38AgICAA8zMzADAwP8Af39/AAAAAAAAAAAAAAAAAAAAAAAAAAAAIQAAABgAAAAUAAAACA4AAJwbAABHFQAAcR4AAAAAAAAmAAAACAAAAP//////////"/>
                </a:ext>
              </a:extLst>
            </p:cNvSpPr>
            <p:nvPr/>
          </p:nvSpPr>
          <p:spPr>
            <a:xfrm>
              <a:off x="2280920" y="4488180"/>
              <a:ext cx="1177925" cy="460375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 vert="horz" wrap="square" numCol="1" spcCol="215900" anchor="ctr"/>
            <a:lstStyle/>
            <a:p>
              <a:pPr algn="ctr"/>
              <a:r>
                <a:t>members</a:t>
              </a:r>
            </a:p>
          </p:txBody>
        </p:sp>
      </p:grpSp>
      <p:grpSp>
        <p:nvGrpSpPr>
          <p:cNvPr id="22" name="Group5"/>
          <p:cNvGrpSpPr>
            <a:extLst>
              <a:ext uri="smNativeData">
                <pr:smNativeData xmlns:pr="smNativeData" xmlns="smNativeData" val="SMDATA_6_MvzhaRMAAAAlAAAAAQAAAA8BAAAAkAAAAEgAAACQAAAASAAAAAAAAAAAAAAAAAAAABcAAAAUAAAAAAAAAAAAAAD/fwAA/38AAAAAAAAJAAAABAAAAJgIAAAfAAAAVAAAAAAAAAAAAAAAAAAAAAAAAAAAAAAAAAAAAAAAAAAAAAAAAAAAAAAAAAAAAAAAAAAAAAAAAAAAAAAAAAAAAAAAAAAAAAAAAAAAAAAAAAAAAAAAAAAAACEAAAAYAAAAFAAAAGoNAABqIAAAMRYAAHQjAAAQAAAAJgAAAAgAAAD/////AAAAAA=="/>
              </a:ext>
            </a:extLst>
          </p:cNvGrpSpPr>
          <p:nvPr/>
        </p:nvGrpSpPr>
        <p:grpSpPr>
          <a:xfrm>
            <a:off x="2180590" y="5269230"/>
            <a:ext cx="1426845" cy="494030"/>
            <a:chOff x="2180590" y="5269230"/>
            <a:chExt cx="1426845" cy="494030"/>
          </a:xfrm>
        </p:grpSpPr>
        <p:sp>
          <p:nvSpPr>
            <p:cNvPr id="24" name="Textbox26"/>
            <p:cNvSpPr txBox="1">
              <a:extLst>
                <a:ext uri="smNativeData">
                  <pr:smNativeData xmlns:pr="smNativeData" xmlns="smNativeData" val="SMDATA_15_MvzhaRMAAAAlAAAAEgAAAA8BAAAAkAAAAEgAAACQAAAASAAAAAAAAAABAAAAAAAAAAEAAABQAAAAAAAAAAAA4D8AAAAAAADgPwAAAAAAAOA/AAAAAAAA4D8AAAAAAADgPwAAAAAAAOA/AAAAAAAA4D8AAAAAAADgPwAAAAAAAOA/AAAAAAAA4D8CAAAAjAAAAAEAAAAAAAAAAP8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IgDAAD/fwAA/38AAAAAAAAJAAAABAAAAC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P8AAP///wEAAAAAAAAAAAAAAAAAAAAAAAAAAAAAAAAAAAAAAAAAAAAAAAJ/f38AgICAA8zMzADAwP8Af39/AAAAAAAAAAAAAAAAAAAAAAAAAAAAIQAAABgAAAAUAAAAzg0AAM4gAAAxFgAAdCMAAAAAAAAmAAAACAAAAP//////////"/>
                </a:ext>
              </a:extLst>
            </p:cNvSpPr>
            <p:nvPr/>
          </p:nvSpPr>
          <p:spPr>
            <a:xfrm>
              <a:off x="2244090" y="5332730"/>
              <a:ext cx="1363345" cy="430530"/>
            </a:xfrm>
            <a:prstGeom prst="rect">
              <a:avLst/>
            </a:prstGeom>
            <a:solidFill>
              <a:srgbClr val="00FF00"/>
            </a:solidFill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 vert="horz" wrap="square" numCol="1" spcCol="215900" anchor="ctr"/>
            <a:lstStyle/>
            <a:p>
              <a:pPr algn="ctr"/>
              <a:r>
                <a:t>class objects</a:t>
              </a:r>
            </a:p>
          </p:txBody>
        </p:sp>
        <p:sp>
          <p:nvSpPr>
            <p:cNvPr id="23" name="Textbox27"/>
            <p:cNvSpPr txBox="1">
              <a:extLst>
                <a:ext uri="smNativeData">
                  <pr:smNativeData xmlns:pr="smNativeData" xmlns="smNativeData" val="SMDATA_15_MvzhaRMAAAAlAAAAEgAAAA8BAAAAkAAAAEgAAACQAAAASAAAAAAAAAABAAAAAAAAAAEAAABQAAAAAAAAAAAA4D8AAAAAAADgPwAAAAAAAOA/AAAAAAAA4D8AAAAAAADgPwAAAAAAAOA/AAAAAAAA4D8AAAAAAADgPwAAAAAAAOA/AAAAAAAA4D8CAAAAjAAAAAEAAAAAAAAAAP8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IgDAAD/fwAA/38AAAAAAAAJAAAABAAAAC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P8AAP///wEAAAAAAAAAAAAAAAAAAAAAAAAAAAAAAAAAAAAAAAAAAAAAAAJ/f38AgICAA8zMzADAwP8Af39/AAAAAAAAAAAAAAAAAAAAAAAAAAAAIQAAABgAAAAUAAAAag0AAGogAADNFQAAECMAAAAAAAAmAAAACAAAAP//////////"/>
                </a:ext>
              </a:extLst>
            </p:cNvSpPr>
            <p:nvPr/>
          </p:nvSpPr>
          <p:spPr>
            <a:xfrm>
              <a:off x="2180590" y="5269230"/>
              <a:ext cx="1363345" cy="430530"/>
            </a:xfrm>
            <a:prstGeom prst="rect">
              <a:avLst/>
            </a:prstGeom>
            <a:solidFill>
              <a:srgbClr val="00FF00"/>
            </a:solidFill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 vert="horz" wrap="square" numCol="1" spcCol="215900" anchor="ctr"/>
            <a:lstStyle/>
            <a:p>
              <a:pPr algn="ctr"/>
              <a:r>
                <a:t>class objects</a:t>
              </a:r>
            </a:p>
          </p:txBody>
        </p:sp>
      </p:grpSp>
      <p:cxnSp>
        <p:nvCxnSpPr>
          <p:cNvPr id="25" name="Connector3"/>
          <p:cNvCxnSpPr>
            <a:stCxn id="17" idx="2"/>
            <a:endCxn id="18" idx="0"/>
            <a:extLst>
              <a:ext uri="smNativeData">
                <pr:smNativeData xmlns:pr="smNativeData" xmlns="smNativeData" val="SMDATA_15_MvzhaRMAAAAlAAAADgAAAA8BAAAAkAAAAEgAAACQAAAASAAAAAAAAAAAAAAAAAAAAAEAAABQAAAAVObRwNBxAbw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AAAAAAAAAkU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I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UR8AAGUeAABRHwAAayAAABAAAAAmAAAACAAAAP//////////"/>
              </a:ext>
            </a:extLst>
          </p:cNvCxnSpPr>
          <p:nvPr/>
        </p:nvCxnSpPr>
        <p:spPr>
          <a:xfrm rot="16200000" flipH="1">
            <a:off x="4926330" y="5105400"/>
            <a:ext cx="328930" cy="12700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stealth" w="lg" len="lg"/>
          </a:ln>
          <a:effectLst/>
        </p:spPr>
      </p:cxnSp>
      <p:cxnSp>
        <p:nvCxnSpPr>
          <p:cNvPr id="26" name="Connector4"/>
          <p:cNvCxnSpPr>
            <a:stCxn id="16" idx="2"/>
            <a:extLst>
              <a:ext uri="smNativeData">
                <pr:smNativeData xmlns:pr="smNativeData" xmlns="smNativeData" val="SMDATA_15_MvzhaRMAAAAlAAAADgAAAA8BAAAAkAAAAEgAAACQAAAASAAAAAAAAAAAAAAAAAAAAAEAAABQAAAAAAAAAAAAAAA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AAAAAAAAAkU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1hEAAFQYAAAQFwAAkBsAABAAAAAmAAAACAAAAP//////////"/>
              </a:ext>
            </a:extLst>
          </p:cNvCxnSpPr>
          <p:nvPr/>
        </p:nvCxnSpPr>
        <p:spPr>
          <a:xfrm rot="5400000">
            <a:off x="3061335" y="3792855"/>
            <a:ext cx="525780" cy="84963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stealth" w="lg" len="lg"/>
          </a:ln>
          <a:effectLst/>
        </p:spPr>
      </p:cxnSp>
      <p:cxnSp>
        <p:nvCxnSpPr>
          <p:cNvPr id="27" name="Connector5"/>
          <p:cNvCxnSpPr>
            <a:stCxn id="16" idx="2"/>
            <a:endCxn id="17" idx="0"/>
            <a:extLst>
              <a:ext uri="smNativeData">
                <pr:smNativeData xmlns:pr="smNativeData" xmlns="smNativeData" val="SMDATA_15_MvzhaRMAAAAlAAAADgAAAA8BAAAAkAAAAEgAAACQAAAASAAAAAAAAAAAAAAAAAAAAAEAAABQAAAAKgs9ranT9Ts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AAAAAAAAAkU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EBcAAFQYAABRHwAAkBsAABAAAAAmAAAACAAAAP//////////"/>
              </a:ext>
            </a:extLst>
          </p:cNvCxnSpPr>
          <p:nvPr/>
        </p:nvCxnSpPr>
        <p:spPr>
          <a:xfrm rot="16200000" flipH="1">
            <a:off x="4156710" y="3547110"/>
            <a:ext cx="525780" cy="134175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stealth" w="lg" len="lg"/>
          </a:ln>
          <a:effectLst/>
        </p:spPr>
      </p:cxnSp>
      <p:cxnSp>
        <p:nvCxnSpPr>
          <p:cNvPr id="28" name="Connector6"/>
          <p:cNvCxnSpPr>
            <a:stCxn id="6" idx="1"/>
            <a:endCxn id="16" idx="3"/>
            <a:extLst>
              <a:ext uri="smNativeData">
                <pr:smNativeData xmlns:pr="smNativeData" xmlns="smNativeData" val="SMDATA_15_MvzhaRMAAAAlAAAADQ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AAAAAAAAAkU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thkAAFgWAADxIAAAWBYAABAAAAAmAAAACAAAAP//////////"/>
              </a:ext>
            </a:extLst>
          </p:cNvCxnSpPr>
          <p:nvPr/>
        </p:nvCxnSpPr>
        <p:spPr>
          <a:xfrm rot="5400000">
            <a:off x="4766945" y="3044825"/>
            <a:ext cx="12700" cy="1175385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stealth" w="lg" len="lg"/>
          </a:ln>
          <a:effectLst/>
        </p:spPr>
      </p:cxnSp>
      <p:cxnSp>
        <p:nvCxnSpPr>
          <p:cNvPr id="29" name="Connector7"/>
          <p:cNvCxnSpPr>
            <a:stCxn id="6" idx="3"/>
            <a:endCxn id="10" idx="1"/>
            <a:extLst>
              <a:ext uri="smNativeData">
                <pr:smNativeData xmlns:pr="smNativeData" xmlns="smNativeData" val="SMDATA_15_MvzhaRMAAAAlAAAADQ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AAAAAAAAAkU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GCsAAFgWAABGMQAAWBYAABAAAAAmAAAACAAAAP//////////"/>
              </a:ext>
            </a:extLst>
          </p:cNvCxnSpPr>
          <p:nvPr/>
        </p:nvCxnSpPr>
        <p:spPr>
          <a:xfrm rot="16200000" flipH="1">
            <a:off x="7507605" y="3129915"/>
            <a:ext cx="12700" cy="100457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stealth" w="lg" len="lg"/>
          </a:ln>
          <a:effectLst/>
        </p:spPr>
      </p:cxnSp>
      <p:cxnSp>
        <p:nvCxnSpPr>
          <p:cNvPr id="30" name="Connector8"/>
          <p:cNvCxnSpPr>
            <a:stCxn id="10" idx="2"/>
            <a:extLst>
              <a:ext uri="smNativeData">
                <pr:smNativeData xmlns:pr="smNativeData" xmlns="smNativeData" val="SMDATA_15_MvzhaRMAAAAlAAAADgAAAA8BAAAAkAAAAEgAAACQAAAASAAAAAAAAAAAAAAAAAAAAAEAAABQAAAAIlGJdd5YUr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AAAAAAAAAkU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SSwAAFQYAADsMwAA0RsAABAAAAAmAAAACAAAAP//////////"/>
              </a:ext>
            </a:extLst>
          </p:cNvCxnSpPr>
          <p:nvPr/>
        </p:nvCxnSpPr>
        <p:spPr>
          <a:xfrm rot="5400000">
            <a:off x="7536180" y="3617595"/>
            <a:ext cx="567055" cy="1241425"/>
          </a:xfrm>
          <a:prstGeom prst="bentConnector3">
            <a:avLst>
              <a:gd name="adj1" fmla="val 49944"/>
            </a:avLst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stealth" w="lg" len="lg"/>
          </a:ln>
          <a:effectLst/>
        </p:spPr>
      </p:cxnSp>
      <p:cxnSp>
        <p:nvCxnSpPr>
          <p:cNvPr id="31" name="Connector9"/>
          <p:cNvCxnSpPr>
            <a:stCxn id="10" idx="2"/>
            <a:endCxn id="14" idx="0"/>
            <a:extLst>
              <a:ext uri="smNativeData">
                <pr:smNativeData xmlns:pr="smNativeData" xmlns="smNativeData" val="SMDATA_15_MvzhaRMAAAAlAAAADgAAAA8BAAAAkAAAAEgAAACQAAAASAAAAAAAAAAAAAAAAAAAAAEAAABQAAAAIFGJdd5YUr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AAAAAAAAAkU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7DMAAFQYAACjOwAA0RsAABAAAAAmAAAACAAAAP//////////"/>
              </a:ext>
            </a:extLst>
          </p:cNvCxnSpPr>
          <p:nvPr/>
        </p:nvCxnSpPr>
        <p:spPr>
          <a:xfrm rot="16200000" flipH="1">
            <a:off x="8783955" y="3611245"/>
            <a:ext cx="567055" cy="1254125"/>
          </a:xfrm>
          <a:prstGeom prst="bentConnector3">
            <a:avLst>
              <a:gd name="adj1" fmla="val 49944"/>
            </a:avLst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stealth" w="lg" len="lg"/>
          </a:ln>
          <a:effectLst/>
        </p:spPr>
      </p:cxnSp>
      <p:cxnSp>
        <p:nvCxnSpPr>
          <p:cNvPr id="32" name="Connector11"/>
          <p:cNvCxnSpPr>
            <a:stCxn id="14" idx="2"/>
            <a:endCxn id="15" idx="0"/>
            <a:extLst>
              <a:ext uri="smNativeData">
                <pr:smNativeData xmlns:pr="smNativeData" xmlns="smNativeData" val="SMDATA_15_MvzhaRMAAAAlAAAADQAAAA8BAAAAkAAAAEgAAACQAAAASAAAAAAAAAAAAAAAAAAAAAEAAABQAAAAU01UIIFqDDw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AAAAAAAAAkU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ozsAAKYeAACjOwAAfCAAABAAAAAmAAAACAAAAP//////////"/>
              </a:ext>
            </a:extLst>
          </p:cNvCxnSpPr>
          <p:nvPr/>
        </p:nvCxnSpPr>
        <p:spPr>
          <a:xfrm rot="16200000" flipH="1">
            <a:off x="9545320" y="5131435"/>
            <a:ext cx="298450" cy="1270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stealth" w="lg" len="lg"/>
          </a:ln>
          <a:effectLst/>
        </p:spPr>
      </p:cxnSp>
      <p:cxnSp>
        <p:nvCxnSpPr>
          <p:cNvPr id="33" name="Connector12"/>
          <p:cNvCxnSpPr>
            <a:stCxn id="2" idx="2"/>
            <a:endCxn id="6" idx="0"/>
            <a:extLst>
              <a:ext uri="smNativeData">
                <pr:smNativeData xmlns:pr="smNativeData" xmlns="smNativeData" val="SMDATA_15_MvzhaRMAAAAlAAAADgAAAA8BAAAAkAAAAEgAAACQAAAASAAAAAAAAAAAAAAAAAAAAAEAAABQAAAA9uN+f2jSSb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AAAAAAAAAkU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I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BCYAAPYQAAAEJgAAWxQAABAAAAAmAAAACAAAAP//////////"/>
              </a:ext>
            </a:extLst>
          </p:cNvCxnSpPr>
          <p:nvPr/>
        </p:nvCxnSpPr>
        <p:spPr>
          <a:xfrm rot="16200000" flipH="1">
            <a:off x="5904230" y="3032760"/>
            <a:ext cx="551815" cy="12700"/>
          </a:xfrm>
          <a:prstGeom prst="bentConnector2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stealth" w="lg" len="lg"/>
          </a:ln>
          <a:effectLst/>
        </p:spPr>
      </p:cxnSp>
      <p:cxnSp>
        <p:nvCxnSpPr>
          <p:cNvPr id="34" name="Connector13"/>
          <p:cNvCxnSpPr>
            <a:stCxn id="6" idx="3"/>
            <a:endCxn id="9" idx="1"/>
            <a:extLst>
              <a:ext uri="smNativeData">
                <pr:smNativeData xmlns:pr="smNativeData" xmlns="smNativeData" val="SMDATA_15_MvzhaRMAAAAlAAAADgAAAA8BAAAAkAAAAEgAAACQAAAASAAAAAAAAAAAAAAAAAAAAAEAAABQAAAAAAAAAAAAAAA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AAAAAAAAAkU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s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GCsAABAQAACAMgAAWBYAABAAAAAmAAAACAAAAP//////////"/>
              </a:ext>
            </a:extLst>
          </p:cNvCxnSpPr>
          <p:nvPr/>
        </p:nvCxnSpPr>
        <p:spPr>
          <a:xfrm flipV="1">
            <a:off x="7005320" y="2611120"/>
            <a:ext cx="1203960" cy="102108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stealth" w="lg" len="lg"/>
          </a:ln>
          <a:effectLst/>
        </p:spPr>
      </p:cxnSp>
      <p:cxnSp>
        <p:nvCxnSpPr>
          <p:cNvPr id="35" name="Connector14"/>
          <p:cNvCxnSpPr>
            <a:stCxn id="6" idx="3"/>
            <a:endCxn id="7" idx="1"/>
            <a:extLst>
              <a:ext uri="smNativeData">
                <pr:smNativeData xmlns:pr="smNativeData" xmlns="smNativeData" val="SMDATA_15_MvzhaRMAAAAlAAAADgAAAA8BAAAAkAAAAEgAAACQAAAASAAAAAAAAAAAAAAAAAAAAAEAAABQAAAA+cV9/AlGQb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AAAAAAAAAkU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GCsAAHEJAACBMgAAWBYAABAAAAAmAAAACAAAAP//////////"/>
              </a:ext>
            </a:extLst>
          </p:cNvCxnSpPr>
          <p:nvPr/>
        </p:nvCxnSpPr>
        <p:spPr>
          <a:xfrm flipV="1">
            <a:off x="7005320" y="1534795"/>
            <a:ext cx="1204595" cy="2097405"/>
          </a:xfrm>
          <a:prstGeom prst="bentConnector3">
            <a:avLst>
              <a:gd name="adj1" fmla="val 49974"/>
            </a:avLst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stealth" w="lg" len="lg"/>
          </a:ln>
          <a:effectLst/>
        </p:spPr>
      </p:cxnSp>
      <p:cxnSp>
        <p:nvCxnSpPr>
          <p:cNvPr id="36" name="Connector15"/>
          <p:cNvCxnSpPr>
            <a:stCxn id="7" idx="0"/>
            <a:endCxn id="8" idx="2"/>
            <a:extLst>
              <a:ext uri="smNativeData">
                <pr:smNativeData xmlns:pr="smNativeData" xmlns="smNativeData" val="SMDATA_15_MvzhaRMAAAAlAAAADgAAAA8BAAAAkAAAAEgAAACQAAAASAAAAAAAAAAAAAAAAAAAAAEAAABQAAAAk5SHCfa4Wz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AAAAAAAAAkU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sTYAAJYFAACzNgAA5QcAABAAAAAmAAAACAAAAP//////////"/>
              </a:ext>
            </a:extLst>
          </p:cNvCxnSpPr>
          <p:nvPr/>
        </p:nvCxnSpPr>
        <p:spPr>
          <a:xfrm rot="5400000" flipH="1">
            <a:off x="8703945" y="1094740"/>
            <a:ext cx="375285" cy="1270"/>
          </a:xfrm>
          <a:prstGeom prst="bentConnector3">
            <a:avLst>
              <a:gd name="adj1" fmla="val 50085"/>
            </a:avLst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stealth" w="lg" len="lg"/>
          </a:ln>
          <a:effectLst/>
        </p:spPr>
      </p:cxnSp>
      <p:cxnSp>
        <p:nvCxnSpPr>
          <p:cNvPr id="37" name="Connector23"/>
          <p:cNvCxnSpPr>
            <a:stCxn id="3" idx="0"/>
            <a:endCxn id="4" idx="3"/>
            <a:extLst>
              <a:ext uri="smNativeData">
                <pr:smNativeData xmlns:pr="smNativeData" xmlns="smNativeData" val="SMDATA_15_MvzhaRMAAAAlAAAADwAAAA8BAAAAkAAAAEgAAACQAAAASAAAAAAAAAAAAAAAAAAAAAEAAABQAAAAXqfsgsWR3L8rL7VBsjQCQA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gAAAAAAAAkU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s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VhgAAI8IAABpGwAAAQ0AABAAAAAmAAAACAAAAP//////////"/>
              </a:ext>
            </a:extLst>
          </p:cNvCxnSpPr>
          <p:nvPr/>
        </p:nvCxnSpPr>
        <p:spPr>
          <a:xfrm rot="16200000">
            <a:off x="3844925" y="1502410"/>
            <a:ext cx="722630" cy="499745"/>
          </a:xfrm>
          <a:prstGeom prst="curvedConnector4">
            <a:avLst>
              <a:gd name="adj1" fmla="val 27680"/>
              <a:gd name="adj2" fmla="val 163787"/>
            </a:avLst>
          </a:prstGeom>
          <a:noFill/>
          <a:ln w="12700" cap="flat" cmpd="sng" algn="ctr">
            <a:solidFill>
              <a:schemeClr val="tx1"/>
            </a:solidFill>
            <a:prstDash val="sysDash"/>
            <a:headEnd type="none"/>
            <a:tailEnd type="stealth" w="lg" len="lg"/>
          </a:ln>
          <a:effectLst/>
        </p:spPr>
      </p:cxnSp>
      <p:cxnSp>
        <p:nvCxnSpPr>
          <p:cNvPr id="38" name="Connector22"/>
          <p:cNvCxnSpPr>
            <a:stCxn id="2" idx="2"/>
            <a:endCxn id="15" idx="3"/>
            <a:extLst>
              <a:ext uri="smNativeData">
                <pr:smNativeData xmlns:pr="smNativeData" xmlns="smNativeData" val="SMDATA_15_MvzhaRMAAAAlAAAADwAAAA8BAAAAkAAAAEgAAACQAAAASAAAAAAAAAAAAAAAAAAAAAEAAABQAAAAbeCGQwi05r9vsApdqUj3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gAAAAAAAAkU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BCYAAPYQAAAQPgAA5yEAABAAAAAmAAAACAAAAP//////////"/>
              </a:ext>
            </a:extLst>
          </p:cNvCxnSpPr>
          <p:nvPr/>
        </p:nvCxnSpPr>
        <p:spPr>
          <a:xfrm rot="16200000" flipH="1">
            <a:off x="6757035" y="2179955"/>
            <a:ext cx="2753995" cy="3909060"/>
          </a:xfrm>
          <a:prstGeom prst="curvedConnector4">
            <a:avLst>
              <a:gd name="adj1" fmla="val 14526"/>
              <a:gd name="adj2" fmla="val 122762"/>
            </a:avLst>
          </a:prstGeom>
          <a:noFill/>
          <a:ln w="12700" cap="flat" cmpd="sng" algn="ctr">
            <a:solidFill>
              <a:schemeClr val="tx1"/>
            </a:solidFill>
            <a:prstDash val="sysDash"/>
            <a:headEnd type="none"/>
            <a:tailEnd type="stealth" w="lg" len="lg"/>
          </a:ln>
          <a:effectLst/>
        </p:spPr>
      </p:cxnSp>
      <p:cxnSp>
        <p:nvCxnSpPr>
          <p:cNvPr id="39" name="Connector20"/>
          <p:cNvCxnSpPr>
            <a:stCxn id="2" idx="2"/>
            <a:endCxn id="18" idx="1"/>
            <a:extLst>
              <a:ext uri="smNativeData">
                <pr:smNativeData xmlns:pr="smNativeData" xmlns="smNativeData" val="SMDATA_15_MvzhaRMAAAAlAAAADwAAAA8BAAAAkAAAAEgAAACQAAAASAAAAAAAAAAAAAAAAAAAAAEAAABQAAAA4m9TjBr+5L+ev8Vpzfb5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gAAAAAAAAkU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4xwAAPYQAAAEJgAA1iEAABAAAAAmAAAACAAAAP//////////"/>
              </a:ext>
            </a:extLst>
          </p:cNvCxnSpPr>
          <p:nvPr/>
        </p:nvCxnSpPr>
        <p:spPr>
          <a:xfrm rot="5400000">
            <a:off x="4066540" y="3386455"/>
            <a:ext cx="2743200" cy="1483995"/>
          </a:xfrm>
          <a:prstGeom prst="curvedConnector4">
            <a:avLst>
              <a:gd name="adj1" fmla="val 17199"/>
              <a:gd name="adj2" fmla="val 131138"/>
            </a:avLst>
          </a:prstGeom>
          <a:noFill/>
          <a:ln w="12700" cap="flat" cmpd="sng" algn="ctr">
            <a:solidFill>
              <a:schemeClr val="tx1"/>
            </a:solidFill>
            <a:prstDash val="sysDash"/>
            <a:headEnd type="none"/>
            <a:tailEnd type="stealth" w="lg" len="lg"/>
          </a:ln>
          <a:effectLst/>
        </p:spPr>
      </p:cxnSp>
      <p:cxnSp>
        <p:nvCxnSpPr>
          <p:cNvPr id="40" name="Connector24"/>
          <p:cNvCxnSpPr>
            <a:stCxn id="2" idx="2"/>
            <a:extLst>
              <a:ext uri="smNativeData">
                <pr:smNativeData xmlns:pr="smNativeData" xmlns="smNativeData" val="SMDATA_15_MvzhaRMAAAAlAAAADwAAAA8BAAAAkAAAAEgAAACQAAAASAAAAAAAAAAAAAAAAAAAAAEAAABQAAAAQtr79nGI5r8qniQtlC/2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gAAAAAAAAkU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Yw0AAPYQAAAFJgAAmSEAABAAAAAmAAAACAAAAP//////////"/>
              </a:ext>
            </a:extLst>
          </p:cNvCxnSpPr>
          <p:nvPr/>
        </p:nvCxnSpPr>
        <p:spPr>
          <a:xfrm rot="5400000">
            <a:off x="2825750" y="2107565"/>
            <a:ext cx="2704465" cy="4004310"/>
          </a:xfrm>
          <a:prstGeom prst="curvedConnector4">
            <a:avLst>
              <a:gd name="adj1" fmla="val 14792"/>
              <a:gd name="adj2" fmla="val 119331"/>
            </a:avLst>
          </a:prstGeom>
          <a:noFill/>
          <a:ln w="12700" cap="flat" cmpd="sng" algn="ctr">
            <a:solidFill>
              <a:schemeClr val="tx1"/>
            </a:solidFill>
            <a:prstDash val="sysDash"/>
            <a:headEnd type="none"/>
            <a:tailEnd type="stealth" w="lg" len="lg"/>
          </a:ln>
          <a:effectLst/>
        </p:spPr>
      </p:cxnSp>
      <p:cxnSp>
        <p:nvCxnSpPr>
          <p:cNvPr id="41" name="Connector21"/>
          <p:cNvCxnSpPr>
            <a:stCxn id="6" idx="3"/>
            <a:endCxn id="2" idx="3"/>
            <a:extLst>
              <a:ext uri="smNativeData">
                <pr:smNativeData xmlns:pr="smNativeData" xmlns="smNativeData" val="SMDATA_15_MvzhaRMAAAAlAAAADwAAAA8BAAAAkAAAAEgAAACQAAAASAAAAAAAAAAAAAAAAAAAAAEAAABQAAAAAAAAAAAAFEA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QAAAAAAAAkU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GCsAAPoOAAD6KwAAWBYAABAAAAAmAAAACAAAAP//////////"/>
              </a:ext>
            </a:extLst>
          </p:cNvCxnSpPr>
          <p:nvPr/>
        </p:nvCxnSpPr>
        <p:spPr>
          <a:xfrm flipV="1">
            <a:off x="7005320" y="2434590"/>
            <a:ext cx="143510" cy="1197610"/>
          </a:xfrm>
          <a:prstGeom prst="curvedConnector3">
            <a:avLst>
              <a:gd name="adj1" fmla="val 300000"/>
            </a:avLst>
          </a:prstGeom>
          <a:noFill/>
          <a:ln w="12700" cap="flat" cmpd="sng" algn="ctr">
            <a:solidFill>
              <a:schemeClr val="tx1"/>
            </a:solidFill>
            <a:prstDash val="sysDot"/>
            <a:headEnd type="none"/>
            <a:tailEnd type="stealth" w="lg" len="lg"/>
          </a:ln>
          <a:effectLst/>
        </p:spPr>
      </p:cxnSp>
      <p:cxnSp>
        <p:nvCxnSpPr>
          <p:cNvPr id="42" name="Connector19"/>
          <p:cNvCxnSpPr>
            <a:stCxn id="3" idx="2"/>
            <a:endCxn id="2" idx="1"/>
            <a:extLst>
              <a:ext uri="smNativeData">
                <pr:smNativeData xmlns:pr="smNativeData" xmlns="smNativeData" val="SMDATA_15_MvzhaRMAAAAlAAAADwAAAA8BAAAAkAAAAEgAAACQAAAASAAAAAAAAAAAAAAAAAAAAAEAAABQAAAAAAAAAACABMA3jx60mcXa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gAAAAAAAAkU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VhgAAPoOAAAPIAAA+hAAABAAAAAmAAAACAAAAP//////////"/>
              </a:ext>
            </a:extLst>
          </p:cNvCxnSpPr>
          <p:nvPr/>
        </p:nvCxnSpPr>
        <p:spPr>
          <a:xfrm rot="16200000">
            <a:off x="4420870" y="1969770"/>
            <a:ext cx="325120" cy="1255395"/>
          </a:xfrm>
          <a:prstGeom prst="curvedConnector4">
            <a:avLst>
              <a:gd name="adj1" fmla="val -78125"/>
              <a:gd name="adj2" fmla="val 70916"/>
            </a:avLst>
          </a:prstGeom>
          <a:noFill/>
          <a:ln w="12700" cap="flat" cmpd="sng" algn="ctr">
            <a:solidFill>
              <a:schemeClr val="tx1"/>
            </a:solidFill>
            <a:prstDash val="sysDash"/>
            <a:headEnd type="none"/>
            <a:tailEnd type="stealth" w="lg" len="lg"/>
          </a:ln>
          <a:effectLst/>
        </p:spPr>
      </p:cxnSp>
      <p:cxnSp>
        <p:nvCxnSpPr>
          <p:cNvPr id="43" name="Connector25"/>
          <p:cNvCxnSpPr>
            <a:stCxn id="3" idx="3"/>
            <a:endCxn id="2" idx="1"/>
            <a:extLst>
              <a:ext uri="smNativeData">
                <pr:smNativeData xmlns:pr="smNativeData" xmlns="smNativeData" val="SMDATA_15_MvzhaRMAAAAlAAAADQ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AAAAAAAAAkU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hxwAAPoOAAAPIAAA/g4AABAAAAAmAAAACAAAAP//////////"/>
              </a:ext>
            </a:extLst>
          </p:cNvCxnSpPr>
          <p:nvPr/>
        </p:nvCxnSpPr>
        <p:spPr>
          <a:xfrm rot="16200000">
            <a:off x="4923155" y="2148840"/>
            <a:ext cx="2540" cy="57404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stealth" w="lg" len="lg"/>
          </a:ln>
          <a:effectLst/>
        </p:spPr>
      </p:cxnSp>
      <p:cxnSp>
        <p:nvCxnSpPr>
          <p:cNvPr id="44" name="Connector17"/>
          <p:cNvCxnSpPr>
            <a:stCxn id="3" idx="1"/>
            <a:endCxn id="5" idx="3"/>
            <a:extLst>
              <a:ext uri="smNativeData">
                <pr:smNativeData xmlns:pr="smNativeData" xmlns="smNativeData" val="SMDATA_15_MvzhaRMAAAAlAAAADQ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AAAAAAAAAkU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7xEAAP4OAAAkFAAAAQ8AABAAAAAmAAAACAAAAP//////////"/>
              </a:ext>
            </a:extLst>
          </p:cNvCxnSpPr>
          <p:nvPr/>
        </p:nvCxnSpPr>
        <p:spPr>
          <a:xfrm rot="5400000">
            <a:off x="3093720" y="2258695"/>
            <a:ext cx="1905" cy="358775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stealth" w="lg" len="lg"/>
          </a:ln>
          <a:effectLst/>
        </p:spPr>
      </p:cxnSp>
      <p:cxnSp>
        <p:nvCxnSpPr>
          <p:cNvPr id="45" name="Connector18"/>
          <p:cNvCxnSpPr>
            <a:stCxn id="3" idx="0"/>
            <a:endCxn id="4" idx="2"/>
            <a:extLst>
              <a:ext uri="smNativeData">
                <pr:smNativeData xmlns:pr="smNativeData" xmlns="smNativeData" val="SMDATA_15_MvzhaRMAAAAlAAAADQ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AAAAAAAAAkU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s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UhgAAIsKAABWGAAAAQ0AABAAAAAmAAAACAAAAP//////////"/>
              </a:ext>
            </a:extLst>
          </p:cNvCxnSpPr>
          <p:nvPr/>
        </p:nvCxnSpPr>
        <p:spPr>
          <a:xfrm rot="5400000" flipH="1">
            <a:off x="3754755" y="1912620"/>
            <a:ext cx="400050" cy="254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stealth" w="lg" len="lg"/>
          </a:ln>
          <a:effectLst/>
        </p:spPr>
      </p:cxnSp>
      <p:grpSp>
        <p:nvGrpSpPr>
          <p:cNvPr id="46" name="Group6"/>
          <p:cNvGrpSpPr>
            <a:extLst>
              <a:ext uri="smNativeData">
                <pr:smNativeData xmlns:pr="smNativeData" xmlns="smNativeData" val="SMDATA_6_MvzhaRMAAAAlAAAAAQAAAA8BAAAAkAAAAEgAAACQAAAASAAAAAAAAAAAAAAAAAAAABcAAAAUAAAAAAAAAAAAAAD/fwAA/38AAAAAAAAJAAAABAAAAA8AAAAfAAAAVAAAAAAAAAAAAAAAAAAAAAAAAAAAAAAAAAAAAAAAAAAAAAAAAAAAAAAAAAAAAAAAAAAAAAAAAAAAAAAAAAAAAAAAAAAAAAAAAAAAAAAAAAAAAAAAAAAAACEAAAAYAAAAFAAAABooAACqIAAA4TAAALQjAAAQAAAAJgAAAAgAAAD/////AAAAAA=="/>
              </a:ext>
            </a:extLst>
          </p:cNvGrpSpPr>
          <p:nvPr/>
        </p:nvGrpSpPr>
        <p:grpSpPr>
          <a:xfrm>
            <a:off x="6518910" y="5309870"/>
            <a:ext cx="1426845" cy="494030"/>
            <a:chOff x="6518910" y="5309870"/>
            <a:chExt cx="1426845" cy="494030"/>
          </a:xfrm>
        </p:grpSpPr>
        <p:sp>
          <p:nvSpPr>
            <p:cNvPr id="48" name="Textbox24"/>
            <p:cNvSpPr txBox="1">
              <a:extLst>
                <a:ext uri="smNativeData">
                  <pr:smNativeData xmlns:pr="smNativeData" xmlns="smNativeData" val="SMDATA_15_MvzhaRMAAAAlAAAAEgAAAA8BAAAAkAAAAEgAAACQAAAASAAAAAAAAAABAAAAAAAAAAEAAABQAAAAAAAAAAAA4D8AAAAAAADgPwAAAAAAAOA/AAAAAAAA4D8AAAAAAADgPwAAAAAAAOA/AAAAAAAA4D8AAAAAAADgPwAAAAAAAOA/AAAAAAAA4D8CAAAAjAAAAAEAAAAAAAAAAP8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IgDAAD/fwAA/38AAAAAAAAJAAAABAAAAC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P8AAP///wEAAAAAAAAAAAAAAAAAAAAAAAAAAAAAAAAAAAAAAAAAAAAAAAJ/f38AgICAA8zMzADAwP8Af39/AAAAAAAAAAAAAAAAAAAAAAAAAAAAIQAAABgAAAAUAAAAfigAAA4hAADhMAAAtCMAAAAAAAAmAAAACAAAAP//////////"/>
                </a:ext>
              </a:extLst>
            </p:cNvSpPr>
            <p:nvPr/>
          </p:nvSpPr>
          <p:spPr>
            <a:xfrm>
              <a:off x="6582410" y="5373370"/>
              <a:ext cx="1363345" cy="430530"/>
            </a:xfrm>
            <a:prstGeom prst="rect">
              <a:avLst/>
            </a:prstGeom>
            <a:solidFill>
              <a:srgbClr val="00FF00"/>
            </a:solidFill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 vert="horz" wrap="square" numCol="1" spcCol="215900" anchor="ctr"/>
            <a:lstStyle/>
            <a:p>
              <a:pPr algn="ctr"/>
              <a:r>
                <a:t>class objects</a:t>
              </a:r>
            </a:p>
          </p:txBody>
        </p:sp>
        <p:sp>
          <p:nvSpPr>
            <p:cNvPr id="47" name="Textbox25"/>
            <p:cNvSpPr txBox="1">
              <a:extLst>
                <a:ext uri="smNativeData">
                  <pr:smNativeData xmlns:pr="smNativeData" xmlns="smNativeData" val="SMDATA_15_MvzhaRMAAAAlAAAAEgAAAA8BAAAAkAAAAEgAAACQAAAASAAAAAAAAAABAAAAAAAAAAEAAABQAAAAAAAAAAAA4D8AAAAAAADgPwAAAAAAAOA/AAAAAAAA4D8AAAAAAADgPwAAAAAAAOA/AAAAAAAA4D8AAAAAAADgPwAAAAAAAOA/AAAAAAAA4D8CAAAAjAAAAAEAAAAAAAAAAP8AA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IgD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P8AAP///wEAAAAAAAAAAAAAAAAAAAAAAAAAAAAAAAAAAAAAAAAAAAAAAAJ/f38AgICAA8zMzADAwP8Af39/AAAAAAAAAAAAAAAAAAAAAAAAAAAAIQAAABgAAAAUAAAAGigAAKogAAB9MAAAUCMAAAAAAAAmAAAACAAAAP//////////"/>
                </a:ext>
              </a:extLst>
            </p:cNvSpPr>
            <p:nvPr/>
          </p:nvSpPr>
          <p:spPr>
            <a:xfrm>
              <a:off x="6518910" y="5309870"/>
              <a:ext cx="1363345" cy="430530"/>
            </a:xfrm>
            <a:prstGeom prst="rect">
              <a:avLst/>
            </a:prstGeom>
            <a:solidFill>
              <a:srgbClr val="00FF00"/>
            </a:solidFill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 vert="horz" wrap="square" numCol="1" spcCol="215900" anchor="ctr"/>
            <a:lstStyle/>
            <a:p>
              <a:pPr algn="ctr"/>
              <a:r>
                <a:t>class objects</a:t>
              </a:r>
            </a:p>
          </p:txBody>
        </p:sp>
      </p:grpSp>
      <p:cxnSp>
        <p:nvCxnSpPr>
          <p:cNvPr id="49" name="Connector1"/>
          <p:cNvCxnSpPr>
            <a:extLst>
              <a:ext uri="smNativeData">
                <pr:smNativeData xmlns:pr="smNativeData" xmlns="smNativeData" val="SMDATA_15_MvzhaRMAAAAlAAAADQ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QAAAAAAAAkU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ED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gSsAAJoeAACEKwAAqiAAABAAAAAmAAAACAAAAP//////////"/>
              </a:ext>
            </a:extLst>
          </p:cNvCxnSpPr>
          <p:nvPr/>
        </p:nvCxnSpPr>
        <p:spPr>
          <a:xfrm rot="16200000" flipH="1">
            <a:off x="6905625" y="5140960"/>
            <a:ext cx="335280" cy="1905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ysDot"/>
            <a:headEnd type="none"/>
            <a:tailEnd type="stealth" w="lg" len="lg"/>
          </a:ln>
          <a:effectLst/>
        </p:spPr>
      </p:cxnSp>
      <p:cxnSp>
        <p:nvCxnSpPr>
          <p:cNvPr id="50" name="Connector2"/>
          <p:cNvCxnSpPr>
            <a:stCxn id="20" idx="2"/>
            <a:extLst>
              <a:ext uri="smNativeData">
                <pr:smNativeData xmlns:pr="smNativeData" xmlns="smNativeData" val="SMDATA_15_MvzhaRMAAAAlAAAADQ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AAAAAAAAAkU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qBEAAHEeAACpEQAAaiAAABAAAAAmAAAACAAAAP//////////"/>
              </a:ext>
            </a:extLst>
          </p:cNvCxnSpPr>
          <p:nvPr/>
        </p:nvCxnSpPr>
        <p:spPr>
          <a:xfrm rot="16200000" flipH="1">
            <a:off x="2710180" y="5108575"/>
            <a:ext cx="320675" cy="635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stealth" w="lg" len="lg"/>
          </a:ln>
          <a:effectLst/>
        </p:spPr>
      </p:cxnSp>
      <p:sp>
        <p:nvSpPr>
          <p:cNvPr id="51" name="Textbox23"/>
          <p:cNvSpPr txBox="1">
            <a:extLst>
              <a:ext uri="smNativeData">
                <pr:smNativeData xmlns:pr="smNativeData" xmlns="smNativeData" val="SMDATA_15_MvzhaRMAAAAlAAAAEgAAAE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NwI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akAAAOgiAABGSQAA2CYAAAAgAAAmAAAACAAAAP//////////"/>
              </a:ext>
            </a:extLst>
          </p:cNvSpPr>
          <p:nvPr/>
        </p:nvSpPr>
        <p:spPr>
          <a:xfrm>
            <a:off x="10471150" y="5674360"/>
            <a:ext cx="144018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defRPr sz="1200" cap="none"/>
            </a:pPr>
            <a:r>
              <a:t>This table is the used for static variables</a:t>
            </a:r>
          </a:p>
        </p:txBody>
      </p:sp>
      <p:sp>
        <p:nvSpPr>
          <p:cNvPr id="52" name="Textbox28"/>
          <p:cNvSpPr txBox="1">
            <a:extLst>
              <a:ext uri="smNativeData">
                <pr:smNativeData xmlns:pr="smNativeData" xmlns="smNativeData" val="SMDATA_15_MvzhaRMAAAAlAAAAEgAAAE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NwIAAD/fwAA/38AAAAAAAAJAAAABAAAAC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OQEAAM4iAADRCwAAviYAAAAgAAAmAAAACAAAAP//////////"/>
              </a:ext>
            </a:extLst>
          </p:cNvSpPr>
          <p:nvPr/>
        </p:nvSpPr>
        <p:spPr>
          <a:xfrm>
            <a:off x="198755" y="5657850"/>
            <a:ext cx="172212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defRPr sz="1200" cap="none"/>
            </a:pPr>
            <a:r>
              <a:t>Instance members have strong references to the class object</a:t>
            </a:r>
          </a:p>
        </p:txBody>
      </p:sp>
      <p:cxnSp>
        <p:nvCxnSpPr>
          <p:cNvPr id="53" name="Connector26"/>
          <p:cNvCxnSpPr>
            <a:extLst>
              <a:ext uri="smNativeData">
                <pr:smNativeData xmlns:pr="smNativeData" xmlns="smNativeData" val="SMDATA_15_MvzhaRMAAAAlAAAADwAAAA8BAAAAkAAAAEgAAACQAAAASAAAAAAAAAAAAAAAAAAAAAEAAABQAAAAa6211lprGcA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BAAAAAQAAAAAAAAkUAAAAAQAAABQAAAAUAAAAFAAAAAEAAAAAAAAAZAAAAGQAAAABAAAAlgAAAJY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2RUAAL0hAAB0FgAAdCYAABAAAAAmAAAACAAAAP//////////"/>
              </a:ext>
            </a:extLst>
          </p:cNvCxnSpPr>
          <p:nvPr/>
        </p:nvCxnSpPr>
        <p:spPr>
          <a:xfrm rot="10800000">
            <a:off x="3551555" y="5484495"/>
            <a:ext cx="98425" cy="766445"/>
          </a:xfrm>
          <a:prstGeom prst="curvedConnector3">
            <a:avLst>
              <a:gd name="adj1" fmla="val -267742"/>
            </a:avLst>
          </a:prstGeom>
          <a:noFill/>
          <a:ln w="12700" cap="flat" cmpd="sng" algn="ctr">
            <a:solidFill>
              <a:schemeClr val="tx1"/>
            </a:solidFill>
            <a:prstDash val="sysDot"/>
            <a:headEnd type="none"/>
            <a:tailEnd type="stealth" w="lg" len="lg"/>
          </a:ln>
          <a:effectLst/>
        </p:spPr>
      </p:cxnSp>
      <p:sp>
        <p:nvSpPr>
          <p:cNvPr id="54" name="Textbox5"/>
          <p:cNvSpPr txBox="1">
            <a:extLst>
              <a:ext uri="smNativeData">
                <pr:smNativeData xmlns:pr="smNativeData" xmlns="smNativeData" val="SMDATA_15_MvzhaRMAAAAlAAAAEgAAAE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NwI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XhsAAKMkAACAJQAAkygAAAAgAAAmAAAACAAAAP//////////"/>
              </a:ext>
            </a:extLst>
          </p:cNvSpPr>
          <p:nvPr/>
        </p:nvSpPr>
        <p:spPr>
          <a:xfrm>
            <a:off x="4448810" y="5955665"/>
            <a:ext cx="164719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defRPr sz="1200" cap="none"/>
            </a:pPr>
            <a:r>
              <a:t>This table holds objects representing comptime fields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535379"/>
      </a:accent3>
      <a:accent4>
        <a:srgbClr val="737359"/>
      </a:accent4>
      <a:accent5>
        <a:srgbClr val="939339"/>
      </a:accent5>
      <a:accent6>
        <a:srgbClr val="B3B319"/>
      </a:accent6>
      <a:hlink>
        <a:srgbClr val="009999"/>
      </a:hlink>
      <a:folHlink>
        <a:srgbClr val="99CC00"/>
      </a:folHlink>
    </a:clrScheme>
    <a:fontScheme name="Presentation">
      <a:majorFont>
        <a:latin typeface="Calibri"/>
        <a:ea typeface="SimSun"/>
        <a:cs typeface="Times New Roman"/>
      </a:majorFont>
      <a:minorFont>
        <a:latin typeface="Calibri"/>
        <a:ea typeface="SimSun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DF7986"/>
        </a:accent3>
        <a:accent4>
          <a:srgbClr val="BF59A6"/>
        </a:accent4>
        <a:accent5>
          <a:srgbClr val="9F39C6"/>
        </a:accent5>
        <a:accent6>
          <a:srgbClr val="7F19E6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ACACDF"/>
        </a:accent3>
        <a:accent4>
          <a:srgbClr val="9C9CBF"/>
        </a:accent4>
        <a:accent5>
          <a:srgbClr val="7C7C9F"/>
        </a:accent5>
        <a:accent6>
          <a:srgbClr val="5C5C7F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6DA6DF"/>
        </a:accent3>
        <a:accent4>
          <a:srgbClr val="4D86BF"/>
        </a:accent4>
        <a:accent5>
          <a:srgbClr val="2D669F"/>
        </a:accent5>
        <a:accent6>
          <a:srgbClr val="0D467F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53ACAC"/>
        </a:accent3>
        <a:accent4>
          <a:srgbClr val="738C8C"/>
        </a:accent4>
        <a:accent5>
          <a:srgbClr val="936C6C"/>
        </a:accent5>
        <a:accent6>
          <a:srgbClr val="B34C4C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6D8FA7"/>
        </a:accent3>
        <a:accent4>
          <a:srgbClr val="8DAF87"/>
        </a:accent4>
        <a:accent5>
          <a:srgbClr val="ADCF67"/>
        </a:accent5>
        <a:accent6>
          <a:srgbClr val="CDEF47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9E9980"/>
        </a:accent3>
        <a:accent4>
          <a:srgbClr val="7EB9A0"/>
        </a:accent4>
        <a:accent5>
          <a:srgbClr val="5EC9C0"/>
        </a:accent5>
        <a:accent6>
          <a:srgbClr val="3EE9E0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209020"/>
        </a:accent3>
        <a:accent4>
          <a:srgbClr val="407040"/>
        </a:accent4>
        <a:accent5>
          <a:srgbClr val="605060"/>
        </a:accent5>
        <a:accent6>
          <a:srgbClr val="80308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9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666A6B"/>
        </a:accent3>
        <a:accent4>
          <a:srgbClr val="864A8B"/>
        </a:accent4>
        <a:accent5>
          <a:srgbClr val="A62AAB"/>
        </a:accent5>
        <a:accent6>
          <a:srgbClr val="C60ACB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0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A07E88"/>
        </a:accent3>
        <a:accent4>
          <a:srgbClr val="C05E68"/>
        </a:accent4>
        <a:accent5>
          <a:srgbClr val="E03E48"/>
        </a:accent5>
        <a:accent6>
          <a:srgbClr val="FF1E28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1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8686DF"/>
        </a:accent3>
        <a:accent4>
          <a:srgbClr val="A6A6BF"/>
        </a:accent4>
        <a:accent5>
          <a:srgbClr val="C6C69F"/>
        </a:accent5>
        <a:accent6>
          <a:srgbClr val="E6E67F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2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8F7F4F"/>
        </a:accent3>
        <a:accent4>
          <a:srgbClr val="6F9F6F"/>
        </a:accent4>
        <a:accent5>
          <a:srgbClr val="4FBF8F"/>
        </a:accent5>
        <a:accent6>
          <a:srgbClr val="2FDFAF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cleong</cp:lastModifiedBy>
  <cp:revision>0</cp:revision>
  <dcterms:created xsi:type="dcterms:W3CDTF">2026-04-07T18:59:39Z</dcterms:created>
  <dcterms:modified xsi:type="dcterms:W3CDTF">2026-04-17T09:24:02Z</dcterms:modified>
</cp:coreProperties>
</file>