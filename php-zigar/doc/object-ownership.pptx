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webp" ContentType="image/webp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48" r:id="rId5"/>
  </p:sldMasterIdLst>
  <p:sldIdLst>
    <p:sldId id="257" r:id="rId6"/>
    <p:sldId id="256" r:id="rId7"/>
  </p:sldIdLst>
  <p:sldSz cx="12192000" cy="6858000"/>
  <p:notesSz cx="6858000" cy="12192000"/>
  <p:defaultTextStyle>
    <a:lvl1pPr marL="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1pPr>
    <a:lvl2pPr marL="457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2pPr>
    <a:lvl3pPr marL="914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3pPr>
    <a:lvl4pPr marL="1371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4pPr>
    <a:lvl5pPr marL="18288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5pPr>
    <a:lvl6pPr marL="22860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6pPr>
    <a:lvl7pPr marL="2743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7pPr>
    <a:lvl8pPr marL="3200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8pPr>
    <a:lvl9pPr marL="3657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pitchFamily="0" charset="0"/>
        <a:cs typeface="Times New Roman" pitchFamily="1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75661314" val="1230" rev64="64" revOS="3"/>
      <pr:smFileRevision xmlns:pr="smNativeData" xmlns="smNativeData" dt="1775661314" val="101"/>
      <pr:guideOptions xmlns:pr="smNativeData" xmlns="smNativeData" dt="1775661314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Objects="1" showGuides="1">
      <p:cViewPr>
        <p:scale>
          <a:sx n="82" d="100"/>
          <a:sy n="82" d="100"/>
        </p:scale>
        <p:origin x="5290" y="1061"/>
      </p:cViewPr>
      <p:guideLst x="0" y="0"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27" d="100"/>
        <a:sy n="27" d="100"/>
      </p:scale>
      <p:origin x="0" y="0"/>
    </p:cViewPr>
  </p:sorterViewPr>
  <p:notesViewPr>
    <p:cSldViewPr snapToObjects="1" showGuides="1">
      <p:cViewPr>
        <p:scale>
          <a:sx n="82" d="100"/>
          <a:sy n="82" d="100"/>
        </p:scale>
        <p:origin x="5290" y="1061"/>
      </p:cViewPr>
    </p:cSldViewPr>
  </p:notesViewPr>
  <p:gridSpacing cx="73477120" cy="7347712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/Relationship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EAAAAAAAAA"/>
              </a:ext>
            </a:extLst>
          </p:cNvSpPr>
          <p:nvPr>
            <p:ph type="ctrTitle"/>
          </p:nvPr>
        </p:nvSpPr>
        <p:spPr>
          <a:xfrm>
            <a:off x="914400" y="2129790"/>
            <a:ext cx="10363200" cy="1470660"/>
          </a:xfrm>
        </p:spPr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GAAAAAAAAA"/>
              </a:ext>
            </a:extLst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/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0D9656C1-8FE0-C3A0-AE2E-79F51860582C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r>
              <a:t/>
            </a:r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71BF9B4F-019C-EA6D-D207-F738D54924A2}" type="slidenum">
              <a:t/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29B34A5-EBDF-CEC2-9123-1D977A6D6748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r>
              <a:t/>
            </a:r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6ED503B6-F883-80F5-CD6D-0EA04D233B5B}" type="slidenum">
              <a:t/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BwbAACtRQAAfSMAABAAAAAmAAAACAAAAIGAAAAAAAAA"/>
              </a:ext>
            </a:extLst>
          </p:cNvSpPr>
          <p:nvPr>
            <p:ph type="title"/>
          </p:nvPr>
        </p:nvSpPr>
        <p:spPr>
          <a:xfrm>
            <a:off x="963295" y="4406900"/>
            <a:ext cx="10363200" cy="1362075"/>
          </a:xfrm>
        </p:spPr>
        <p:txBody>
          <a:bodyPr vert="horz" wrap="square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OERAACtRQAAHBsAABAAAAAmAAAACAAAAIGAAAAAAAAA"/>
              </a:ext>
            </a:extLst>
          </p:cNvSpPr>
          <p:nvPr>
            <p:ph idx="1"/>
          </p:nvPr>
        </p:nvSpPr>
        <p:spPr>
          <a:xfrm>
            <a:off x="963295" y="2906395"/>
            <a:ext cx="10363200" cy="1500505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000" cap="none"/>
            </a:lvl1pPr>
            <a:lvl2pPr marL="457200" indent="0">
              <a:buNone/>
              <a:defRPr sz="1800" cap="none"/>
            </a:lvl2pPr>
            <a:lvl3pPr marL="914400" indent="0">
              <a:buNone/>
              <a:defRPr sz="1600" cap="none"/>
            </a:lvl3pPr>
            <a:lvl4pPr marL="1371600" indent="0">
              <a:buNone/>
              <a:defRPr sz="1400" cap="none"/>
            </a:lvl4pPr>
            <a:lvl5pPr marL="1828800" indent="0">
              <a:buNone/>
              <a:defRPr sz="1400" cap="none"/>
            </a:lvl5pPr>
            <a:lvl6pPr marL="2286000" indent="0">
              <a:buNone/>
              <a:defRPr sz="1400" cap="none"/>
            </a:lvl6pPr>
            <a:lvl7pPr marL="2743200" indent="0">
              <a:buNone/>
              <a:defRPr sz="1400" cap="none"/>
            </a:lvl7pPr>
            <a:lvl8pPr marL="3200400" indent="0">
              <a:buNone/>
              <a:defRPr sz="1400" cap="none"/>
            </a:lvl8pPr>
            <a:lvl9pPr marL="3657600" indent="0">
              <a:buNone/>
              <a:defRPr sz="14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16A5C343-0DFB-F035-B51D-FB608D5343AE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r>
              <a:t/>
            </a:r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8ED9FAB-E5D5-B869-9B55-133CD11B6D46}" type="slidenum">
              <a:t/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DhJAAAsCUAABAAAAAmAAAACAAAAAGAAAAAAAAA"/>
              </a:ext>
            </a:extLst>
          </p:cNvSpPr>
          <p:nvPr>
            <p:ph idx="1"/>
          </p:nvPr>
        </p:nvSpPr>
        <p:spPr>
          <a:xfrm>
            <a:off x="609600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YAANgJAABARwAAsCUAABAAAAAmAAAACAAAAAGAAAAAAAAA"/>
              </a:ext>
            </a:extLst>
          </p:cNvSpPr>
          <p:nvPr>
            <p:ph idx="2"/>
          </p:nvPr>
        </p:nvSpPr>
        <p:spPr>
          <a:xfrm>
            <a:off x="6196965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5F8980A9-E7B2-DC76-FC31-1123CE7F0A44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r>
              <a:t/>
            </a:r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53CED28-66A8-691B-E684-904EA3CA10C5}" type="slidenum">
              <a:t/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HEJAADjJAAAYQ0AABAAAAAmAAAACAAAAIGAAAAAAAAA"/>
              </a:ext>
            </a:extLst>
          </p:cNvSpPr>
          <p:nvPr>
            <p:ph idx="1"/>
          </p:nvPr>
        </p:nvSpPr>
        <p:spPr>
          <a:xfrm>
            <a:off x="609600" y="1534795"/>
            <a:ext cx="5386705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GENAADjJAAAsCUAABAAAAAmAAAACAAAAAGAAAAAAAAA"/>
              </a:ext>
            </a:extLst>
          </p:cNvSpPr>
          <p:nvPr>
            <p:ph idx="2"/>
          </p:nvPr>
        </p:nvSpPr>
        <p:spPr>
          <a:xfrm>
            <a:off x="609600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HEJAABARwAAYQ0AABAAAAAmAAAACAAAAIGAAAAAAAAA"/>
              </a:ext>
            </a:extLst>
          </p:cNvSpPr>
          <p:nvPr>
            <p:ph idx="3"/>
          </p:nvPr>
        </p:nvSpPr>
        <p:spPr>
          <a:xfrm>
            <a:off x="6195695" y="1534795"/>
            <a:ext cx="5386705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GENAABARwAAsCUAABAAAAAmAAAACAAAAAGAAAAAAAAA"/>
              </a:ext>
            </a:extLst>
          </p:cNvSpPr>
          <p:nvPr>
            <p:ph idx="4"/>
          </p:nvPr>
        </p:nvSpPr>
        <p:spPr>
          <a:xfrm>
            <a:off x="6195695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31F68BF-F1DE-4A9E-90A7-07CB26E96652}" type="datetime1">
              <a:t/>
            </a:fld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r>
              <a:t/>
            </a:r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14BB2CB8-F6F9-EEDA-B703-008F624D4155}" type="slidenum">
              <a:t/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68FADAED-A385-AF2C-CB42-5579940C3D00}" type="datetime1">
              <a:t/>
            </a:fld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r>
              <a:t/>
            </a:r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5C764BCA-84B1-23BD-FFCE-72E805800927}" type="slidenum">
              <a:t/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w7IA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5A9DAEBC-F2B7-C858-F925-040DE06B0F51}" type="datetime1">
              <a:t/>
            </a:fld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r>
              <a:t/>
            </a:r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3A18BC0-8EAE-F47D-E019-7828C557162D}" type="slidenum">
              <a:t/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K4BAABtHAAA1AgAABAAAAAmAAAACAAAAIGAAAAAAAAA"/>
              </a:ext>
            </a:extLst>
          </p:cNvSpPr>
          <p:nvPr>
            <p:ph type="title"/>
          </p:nvPr>
        </p:nvSpPr>
        <p:spPr>
          <a:xfrm>
            <a:off x="609600" y="273050"/>
            <a:ext cx="4011295" cy="116205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Ux0AAK4BAABARwAAsCUAABAAAAAmAAAACAAAAAGAAAAAAAAA"/>
              </a:ext>
            </a:extLst>
          </p:cNvSpPr>
          <p:nvPr>
            <p:ph idx="1"/>
          </p:nvPr>
        </p:nvSpPr>
        <p:spPr>
          <a:xfrm>
            <a:off x="4766945" y="273050"/>
            <a:ext cx="6815455" cy="5853430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QIAABtHAAAsCUAABAAAAAmAAAACAAAAAGAAAAAAAAA"/>
              </a:ext>
            </a:extLst>
          </p:cNvSpPr>
          <p:nvPr>
            <p:ph idx="2"/>
          </p:nvPr>
        </p:nvSpPr>
        <p:spPr>
          <a:xfrm>
            <a:off x="609600" y="1435100"/>
            <a:ext cx="4011295" cy="46913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674C3A1E-508A-19CC-C4F4-A69974BA32F3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NwY0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r>
              <a:t/>
            </a:r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B449BBD-F3A6-116D-E8FC-0538D5B21E50}" type="slidenum">
              <a:t/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IgdAACzOwAABCEAABAAAAAmAAAACAAAAIGAAAAAAAAA"/>
              </a:ext>
            </a:extLst>
          </p:cNvSpPr>
          <p:nvPr>
            <p:ph type="title"/>
          </p:nvPr>
        </p:nvSpPr>
        <p:spPr>
          <a:xfrm>
            <a:off x="2389505" y="4800600"/>
            <a:ext cx="7315200" cy="56642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MYDAACzOwAAFh0AABAAAAAmAAAACAAAAAGAAAAAAAAA"/>
              </a:ext>
            </a:extLst>
          </p:cNvSpPr>
          <p:nvPr>
            <p:ph idx="1"/>
          </p:nvPr>
        </p:nvSpPr>
        <p:spPr>
          <a:xfrm>
            <a:off x="2389505" y="613410"/>
            <a:ext cx="7315200" cy="4114800"/>
          </a:xfrm>
        </p:spPr>
        <p:txBody>
          <a:bodyPr/>
          <a:lstStyle>
            <a:lvl1pPr marL="0" indent="0">
              <a:buNone/>
              <a:defRPr sz="3200" cap="none"/>
            </a:lvl1pPr>
            <a:lvl2pPr marL="457200" indent="0">
              <a:buNone/>
              <a:defRPr sz="2800" cap="none"/>
            </a:lvl2pPr>
            <a:lvl3pPr marL="914400" indent="0">
              <a:buNone/>
              <a:defRPr sz="2400" cap="none"/>
            </a:lvl3pPr>
            <a:lvl4pPr marL="1371600" indent="0">
              <a:buNone/>
              <a:defRPr sz="2000" cap="none"/>
            </a:lvl4pPr>
            <a:lvl5pPr marL="1828800" indent="0">
              <a:buNone/>
              <a:defRPr sz="2000" cap="none"/>
            </a:lvl5pPr>
            <a:lvl6pPr marL="2286000" indent="0">
              <a:buNone/>
              <a:defRPr sz="2000" cap="none"/>
            </a:lvl6pPr>
            <a:lvl7pPr marL="2743200" indent="0">
              <a:buNone/>
              <a:defRPr sz="2000" cap="none"/>
            </a:lvl7pPr>
            <a:lvl8pPr marL="3200400" indent="0">
              <a:buNone/>
              <a:defRPr sz="2000" cap="none"/>
            </a:lvl8pPr>
            <a:lvl9pPr marL="3657600" indent="0">
              <a:buNone/>
              <a:defRPr sz="20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AQhAACzOwAA+CUAABAAAAAmAAAACAAAAAGAAAAAAAAA"/>
              </a:ext>
            </a:extLst>
          </p:cNvSpPr>
          <p:nvPr>
            <p:ph idx="2"/>
          </p:nvPr>
        </p:nvSpPr>
        <p:spPr>
          <a:xfrm>
            <a:off x="2389505" y="5367020"/>
            <a:ext cx="7315200" cy="8051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43AF323-6DD9-6F05-9782-9B50BDCC61CE}" type="datetime1">
              <a:t/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r>
              <a:t/>
            </a:r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F365610-5EA2-63A0-EC8E-A8F518C01AFD}" type="slidenum">
              <a:t/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49Ij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IAAAAAAAAA"/>
              </a:ext>
            </a:extLst>
          </p:cNvSpPr>
          <p:nvPr>
            <p:ph idx="1"/>
          </p:nvPr>
        </p:nvSpPr>
        <p:spPr/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706D4201-4F9D-38B4-D3D5-B9E10C9B25EC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E6c3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r>
              <a:t/>
            </a:r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511B0FC8-86BC-4EF9-F2A3-70AC41ED0425}" type="slidenum">
              <a:t/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C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DYAALABAABARwAAsCUAABAAAAAmAAAACAAAAIMAAAAAAAAA"/>
              </a:ext>
            </a:extLst>
          </p:cNvSpPr>
          <p:nvPr>
            <p:ph type="title"/>
          </p:nvPr>
        </p:nvSpPr>
        <p:spPr>
          <a:xfrm>
            <a:off x="8839200" y="274320"/>
            <a:ext cx="2743200" cy="5852160"/>
          </a:xfrm>
        </p:spPr>
        <p:txBody>
          <a:bodyPr vert="vert" wrap="square" numCol="1" spcCol="215900" anchor="b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AfNQAAsCUAABAAAAAmAAAACAAAAAMAAAAAAAAA"/>
              </a:ext>
            </a:extLst>
          </p:cNvSpPr>
          <p:nvPr>
            <p:ph idx="1"/>
          </p:nvPr>
        </p:nvSpPr>
        <p:spPr>
          <a:xfrm>
            <a:off x="609600" y="274320"/>
            <a:ext cx="8025765" cy="5852160"/>
          </a:xfrm>
        </p:spPr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437F13C-72D9-6207-978F-8452BFC161D1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r>
              <a:t/>
            </a:r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F5F3D26-68A2-0ACB-ECE7-9E9E73A91ACB}" type="slidenum">
              <a:t/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 name="Default desig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P//////////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P//////////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P//////////"/>
              </a:ext>
            </a:extLst>
          </p:cNvSpPr>
          <p:nvPr>
            <p:ph type="dt" sz="quarter" idx="2"/>
          </p:nvPr>
        </p:nvSpPr>
        <p:spPr>
          <a:xfrm>
            <a:off x="609600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  <a:fld id="{600A0496-D88D-5FF2-C3B2-2EA74AFC357B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P//////////"/>
              </a:ext>
            </a:extLst>
          </p:cNvSpPr>
          <p:nvPr>
            <p:ph type="ftr" sz="quarter" idx="3"/>
          </p:nvPr>
        </p:nvSpPr>
        <p:spPr>
          <a:xfrm>
            <a:off x="4166235" y="6356985"/>
            <a:ext cx="385953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ctr">
              <a:defRPr sz="1200" cap="none"/>
            </a:lvl1pPr>
          </a:lstStyle>
          <a:p>
            <a:pPr/>
            <a:r>
              <a:t/>
            </a:r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AnHWaRMAAAAlAAAAZAAAAA8B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P//////////"/>
              </a:ext>
            </a:extLst>
          </p:cNvSpPr>
          <p:nvPr>
            <p:ph type="sldNum" sz="quarter" idx="4"/>
          </p:nvPr>
        </p:nvSpPr>
        <p:spPr>
          <a:xfrm>
            <a:off x="8738235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789602D5-9B95-C3F4-DB2E-6DA14C602D38}" type="slidenum">
              <a:t/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marR="0" indent="0" algn="ctr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2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titleStyle>
    <p:bodyStyle>
      <a:lvl1pPr marL="342900" marR="0" indent="-3429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742950" marR="0" indent="-28575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1143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600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20574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5146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9718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429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886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bodyStyle>
    <p:otherStyle>
      <a:lvl1pPr marL="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pitchFamily="0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2"/>
          <p:cNvGrpSpPr>
            <a:extLst>
              <a:ext uri="smNativeData">
                <pr:smNativeData xmlns:pr="smNativeData" xmlns="smNativeData" val="SMDATA_6_AnHWaRMAAAAlAAAAAQAAAC8BAAAAkAAAAEgAAACQAAAASAAAAAAAAAAAAAAAAAAAABcAAAAUAAAAAAAAAAAAAAD/fwAA/38AAAAAAAAJAAAABAAAAAUAAAAfAAAAVAAAAAAAAAAAAAAAAAAAAAAAAAAAAAAAAAAAAAAAAAAAAAAAAAAAAAAAAAAAAAAAAAAAAAAAAAAAAAAAAAAAAAAAAAAAAAAAAAAAAAAAAAAAAAAAAAAAACEAAAAYAAAAFAAAAN0TAAA1DQAAaTUAAHUPAAAAAAAAJgAAAAgAAAD/////AAAAAA=="/>
              </a:ext>
            </a:extLst>
          </p:cNvGrpSpPr>
          <p:nvPr/>
        </p:nvGrpSpPr>
        <p:grpSpPr>
          <a:xfrm>
            <a:off x="3228975" y="2146935"/>
            <a:ext cx="5453380" cy="365760"/>
            <a:chOff x="3228975" y="2146935"/>
            <a:chExt cx="5453380" cy="365760"/>
          </a:xfrm>
        </p:grpSpPr>
        <p:cxnSp>
          <p:nvCxnSpPr>
            <p:cNvPr id="4" name="Connector1"/>
            <p:cNvCxnSpPr>
              <a:extLst>
                <a:ext uri="smNativeData">
                  <pr:smNativeData xmlns:pr="smNativeData" xmlns="smNativeData" val="SMDATA_15_An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lk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3RMAABcOAACqIAAAFw4AAAAAAAAmAAAACAAAAP//////////"/>
                </a:ext>
              </a:extLst>
            </p:cNvCxnSpPr>
            <p:nvPr/>
          </p:nvCxnSpPr>
          <p:spPr>
            <a:xfrm flipH="1">
              <a:off x="4269105" y="1250315"/>
              <a:ext cx="0" cy="2080895"/>
            </a:xfrm>
            <a:prstGeom prst="straightConnector1">
              <a:avLst/>
            </a:prstGeom>
            <a:noFill/>
            <a:ln w="63500" cap="flat" cmpd="sng" algn="ctr">
              <a:solidFill>
                <a:schemeClr val="tx1"/>
              </a:solidFill>
              <a:prstDash val="solid"/>
              <a:headEnd type="none"/>
              <a:tailEnd type="stealth" w="lg" len="lg"/>
            </a:ln>
            <a:effectLst/>
          </p:spPr>
        </p:cxnSp>
        <p:sp>
          <p:nvSpPr>
            <p:cNvPr id="3" name="Textbox1"/>
            <p:cNvSpPr txBox="1">
              <a:extLst>
                <a:ext uri="smNativeData">
                  <pr:smNativeData xmlns:pr="smNativeData" xmlns="smNativeData" val="SMDATA_15_AnHW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3yIAADUNAABpNQAAdQ8AAAAgAAAmAAAACAAAAP//////////"/>
                </a:ext>
              </a:extLst>
            </p:cNvSpPr>
            <p:nvPr/>
          </p:nvSpPr>
          <p:spPr>
            <a:xfrm>
              <a:off x="5668645" y="2146935"/>
              <a:ext cx="3013710" cy="36576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numCol="1" spcCol="215900" anchor="t"/>
            <a:lstStyle/>
            <a:p>
              <a:pPr/>
              <a:r>
                <a:t>Strong reference (ownership)</a:t>
              </a:r>
            </a:p>
          </p:txBody>
        </p:sp>
      </p:grpSp>
      <p:grpSp>
        <p:nvGrpSpPr>
          <p:cNvPr id="5" name="Group1"/>
          <p:cNvGrpSpPr>
            <a:extLst>
              <a:ext uri="smNativeData">
                <pr:smNativeData xmlns:pr="smNativeData" xmlns="smNativeData" val="SMDATA_6_AnHWaRMAAAAlAAAAAQAAAC8BAAAAkAAAAEgAAACQAAAASAAAAAAAAAAAAAAAAAAAABcAAAAUAAAAAAAAAAAAAAD/fwAA/38AAAAAAAAJAAAABAAAAAUAAAAfAAAAVAAAAAAAAAAAAAAAAAAAAAAAAAAAAAAAAAAAAAAAAAAAAAAAAAAAAAAAAAAAAAAAAAAAAAAAAAAAAAAAAAAAAAAAAAAAAAAAAAAAAAAAAAAAAAAAAAAAACEAAAAYAAAAFAAAAN0TAADuEAAAaTUAAC4TAAAAAAAAJgAAAAgAAAD/////AAAAAA=="/>
              </a:ext>
            </a:extLst>
          </p:cNvGrpSpPr>
          <p:nvPr/>
        </p:nvGrpSpPr>
        <p:grpSpPr>
          <a:xfrm>
            <a:off x="3228975" y="2752090"/>
            <a:ext cx="5453380" cy="365760"/>
            <a:chOff x="3228975" y="2752090"/>
            <a:chExt cx="5453380" cy="365760"/>
          </a:xfrm>
        </p:grpSpPr>
        <p:cxnSp>
          <p:nvCxnSpPr>
            <p:cNvPr id="7" name="Connector2"/>
            <p:cNvCxnSpPr>
              <a:extLst>
                <a:ext uri="smNativeData">
                  <pr:smNativeData xmlns:pr="smNativeData" xmlns="smNativeData" val="SMDATA_15_An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QAAAAAAAAlk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3RMAANARAACqIAAA0BEAAAAAAAAmAAAACAAAAP//////////"/>
                </a:ext>
              </a:extLst>
            </p:cNvCxnSpPr>
            <p:nvPr/>
          </p:nvCxnSpPr>
          <p:spPr>
            <a:xfrm flipH="1">
              <a:off x="4269105" y="1855470"/>
              <a:ext cx="0" cy="2080895"/>
            </a:xfrm>
            <a:prstGeom prst="straightConnector1">
              <a:avLst/>
            </a:prstGeom>
            <a:noFill/>
            <a:ln w="63500" cap="flat" cmpd="sng" algn="ctr">
              <a:solidFill>
                <a:schemeClr val="tx1"/>
              </a:solidFill>
              <a:prstDash val="sysDot"/>
              <a:headEnd type="none"/>
              <a:tailEnd type="stealth" w="lg" len="lg"/>
            </a:ln>
            <a:effectLst/>
          </p:spPr>
        </p:cxnSp>
        <p:sp>
          <p:nvSpPr>
            <p:cNvPr id="6" name="Textbox2"/>
            <p:cNvSpPr txBox="1">
              <a:extLst>
                <a:ext uri="smNativeData">
                  <pr:smNativeData xmlns:pr="smNativeData" xmlns="smNativeData" val="SMDATA_15_AnHW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Ek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3yIAAO4QAABpNQAALhMAAAAgAAAmAAAACAAAAP//////////"/>
                </a:ext>
              </a:extLst>
            </p:cNvSpPr>
            <p:nvPr/>
          </p:nvSpPr>
          <p:spPr>
            <a:xfrm>
              <a:off x="5668645" y="2752090"/>
              <a:ext cx="3013710" cy="36576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numCol="1" spcCol="215900" anchor="t"/>
            <a:lstStyle/>
            <a:p>
              <a:pPr/>
              <a:r>
                <a:t>Weak reference</a:t>
              </a:r>
            </a:p>
          </p:txBody>
        </p:sp>
      </p:grpSp>
      <p:grpSp>
        <p:nvGrpSpPr>
          <p:cNvPr id="8" name="Group3"/>
          <p:cNvGrpSpPr>
            <a:extLst>
              <a:ext uri="smNativeData">
                <pr:smNativeData xmlns:pr="smNativeData" xmlns="smNativeData" val="SMDATA_6_AnHWaRMAAAAlAAAAAQAAAC8BAAAAkAAAAEgAAACQAAAASAAAAAAAAAAAAAAAAAAAABcAAAAUAAAAAAAAAAAAAAD/fwAA/38AAAAAAAAJAAAABAAAAAUAAAAfAAAAVAAAAAAAAAAAAAAAAAAAAAAAAAAAAAAAAAAAAAAAAAAAAAAAAAAAAAAAAAAAAAAAAAAAAAAAAAAAAAAAAAAAAAAAAAAAAAAAAAAAAAAAAAAAAAAAAAAAACEAAAAYAAAAFAAAAN0TAACnFAAAaTUAAOcWAAAAAAAAJgAAAAgAAAD/////AAAAAA=="/>
              </a:ext>
            </a:extLst>
          </p:cNvGrpSpPr>
          <p:nvPr/>
        </p:nvGrpSpPr>
        <p:grpSpPr>
          <a:xfrm>
            <a:off x="3228975" y="3357245"/>
            <a:ext cx="5453380" cy="365760"/>
            <a:chOff x="3228975" y="3357245"/>
            <a:chExt cx="5453380" cy="365760"/>
          </a:xfrm>
        </p:grpSpPr>
        <p:cxnSp>
          <p:nvCxnSpPr>
            <p:cNvPr id="10" name="Connector3"/>
            <p:cNvCxnSpPr>
              <a:extLst>
                <a:ext uri="smNativeData">
                  <pr:smNativeData xmlns:pr="smNativeData" xmlns="smNativeData" val="SMDATA_15_An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lk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3RMAAIkVAACqIAAAiRUAAAAAAAAmAAAACAAAAP//////////"/>
                </a:ext>
              </a:extLst>
            </p:cNvCxnSpPr>
            <p:nvPr/>
          </p:nvCxnSpPr>
          <p:spPr>
            <a:xfrm flipH="1">
              <a:off x="4269105" y="2460625"/>
              <a:ext cx="0" cy="2080895"/>
            </a:xfrm>
            <a:prstGeom prst="straightConnector1">
              <a:avLst/>
            </a:prstGeom>
            <a:noFill/>
            <a:ln w="63500" cap="flat" cmpd="sng" algn="ctr">
              <a:solidFill>
                <a:schemeClr val="tx1"/>
              </a:solidFill>
              <a:prstDash val="sysDash"/>
              <a:headEnd type="none"/>
              <a:tailEnd type="stealth" w="lg" len="lg"/>
            </a:ln>
            <a:effectLst/>
          </p:spPr>
        </p:cxnSp>
        <p:sp>
          <p:nvSpPr>
            <p:cNvPr id="9" name="Textbox3"/>
            <p:cNvSpPr txBox="1">
              <a:extLst>
                <a:ext uri="smNativeData">
                  <pr:smNativeData xmlns:pr="smNativeData" xmlns="smNativeData" val="SMDATA_15_AnHW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AAAA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3yIAAKcUAABpNQAA5xYAAAAgAAAmAAAACAAAAP//////////"/>
                </a:ext>
              </a:extLst>
            </p:cNvSpPr>
            <p:nvPr/>
          </p:nvSpPr>
          <p:spPr>
            <a:xfrm>
              <a:off x="5668645" y="3357245"/>
              <a:ext cx="3013710" cy="36576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numCol="1" spcCol="215900" anchor="t"/>
            <a:lstStyle/>
            <a:p>
              <a:pPr/>
              <a:r>
                <a:t>Garbage collection reporting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1"/>
          <p:cNvSpPr txBox="1">
            <a:extLst>
              <a:ext uri="smNativeData">
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EHAAD/fwAA/38AAAAAAAAJAAAABAAAAA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DyAAAP0MAAD6KwAA9hAAAAAAAAAmAAAACAAAAP//////////"/>
              </a:ext>
            </a:extLst>
          </p:cNvSpPr>
          <p:nvPr/>
        </p:nvSpPr>
        <p:spPr>
          <a:xfrm>
            <a:off x="5211445" y="2111375"/>
            <a:ext cx="1937385" cy="64579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ZigObject(Class(S))</a:t>
            </a:r>
          </a:p>
          <a:p>
            <a:pPr algn="ctr">
              <a:defRPr sz="1200" cap="none"/>
            </a:pPr>
            <a:r>
              <a:t>class object</a:t>
            </a:r>
          </a:p>
        </p:txBody>
      </p:sp>
      <p:sp>
        <p:nvSpPr>
          <p:cNvPr id="3" name="Textbox2"/>
          <p:cNvSpPr txBox="1">
            <a:extLst>
              <a:ext uri="smNativeData">
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4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JBQAAAENAACHHAAA+hAAAAAAAAAmAAAACAAAAP//////////"/>
              </a:ext>
            </a:extLst>
          </p:cNvSpPr>
          <p:nvPr/>
        </p:nvSpPr>
        <p:spPr>
          <a:xfrm>
            <a:off x="3274060" y="2113915"/>
            <a:ext cx="1363345" cy="64579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ZigObject(S)</a:t>
            </a:r>
          </a:p>
          <a:p>
            <a:pPr algn="ctr">
              <a:defRPr sz="1200" cap="none"/>
            </a:pPr>
            <a:r>
              <a:t>structure instance</a:t>
            </a:r>
          </a:p>
        </p:txBody>
      </p:sp>
      <p:sp>
        <p:nvSpPr>
          <p:cNvPr id="4" name="Textbox3"/>
          <p:cNvSpPr txBox="1">
            <a:extLst>
              <a:ext uri="smNativeData">
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OxUAAJIGAABpGwAAiwoAAAAAAAAmAAAACAAAAP//////////"/>
              </a:ext>
            </a:extLst>
          </p:cNvSpPr>
          <p:nvPr/>
        </p:nvSpPr>
        <p:spPr>
          <a:xfrm>
            <a:off x="3451225" y="1068070"/>
            <a:ext cx="1004570" cy="64579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table</a:t>
            </a:r>
          </a:p>
          <a:p>
            <a:pPr algn="ctr">
              <a:defRPr sz="1200" cap="none"/>
            </a:pPr>
            <a:r>
              <a:t>child objects</a:t>
            </a:r>
          </a:p>
        </p:txBody>
      </p:sp>
      <p:sp>
        <p:nvSpPr>
          <p:cNvPr id="5" name="Textbox4"/>
          <p:cNvSpPr txBox="1">
            <a:extLst>
              <a:ext uri="smNativeData">
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EBAQ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wQsAAIgNAADvEQAAehAAAAAAAAAmAAAACAAAAP//////////"/>
              </a:ext>
            </a:extLst>
          </p:cNvSpPr>
          <p:nvPr/>
        </p:nvSpPr>
        <p:spPr>
          <a:xfrm>
            <a:off x="1910715" y="2199640"/>
            <a:ext cx="1004570" cy="47879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buffer</a:t>
            </a:r>
          </a:p>
        </p:txBody>
      </p:sp>
      <p:sp>
        <p:nvSpPr>
          <p:cNvPr id="6" name="Textbox5"/>
          <p:cNvSpPr txBox="1">
            <a:extLst>
              <a:ext uri="smNativeData">
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fiIAAHgGAACOKQAAcQoAAAAAAAAmAAAACAAAAP//////////"/>
              </a:ext>
            </a:extLst>
          </p:cNvSpPr>
          <p:nvPr/>
        </p:nvSpPr>
        <p:spPr>
          <a:xfrm>
            <a:off x="5607050" y="1051560"/>
            <a:ext cx="1148080" cy="64579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table</a:t>
            </a:r>
          </a:p>
          <a:p>
            <a:pPr algn="ctr">
              <a:defRPr sz="1200" cap="none"/>
            </a:pPr>
            <a:r>
              <a:t>static variables</a:t>
            </a:r>
          </a:p>
        </p:txBody>
      </p:sp>
      <p:sp>
        <p:nvSpPr>
          <p:cNvPr id="7" name="Textbox6"/>
          <p:cNvSpPr txBox="1">
            <a:extLst>
              <a:ext uri="smNativeData">
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EH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8SAAAFsUAAAYKwAAVBgAAAAAAAAmAAAACAAAAP//////////"/>
              </a:ext>
            </a:extLst>
          </p:cNvSpPr>
          <p:nvPr/>
        </p:nvSpPr>
        <p:spPr>
          <a:xfrm>
            <a:off x="5354955" y="3308985"/>
            <a:ext cx="1650365" cy="645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ZigClassEntry</a:t>
            </a:r>
          </a:p>
          <a:p>
            <a:pPr algn="ctr">
              <a:defRPr sz="1200" cap="none"/>
            </a:pPr>
            <a:r>
              <a:t>class entry</a:t>
            </a:r>
          </a:p>
        </p:txBody>
      </p:sp>
      <p:sp>
        <p:nvSpPr>
          <p:cNvPr id="8" name="Textbox7"/>
          <p:cNvSpPr txBox="1">
            <a:extLst>
              <a:ext uri="smNativeData">
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gTIAAOUHAADkOgAA/AoAAAAAAAAmAAAACAAAAP//////////"/>
              </a:ext>
            </a:extLst>
          </p:cNvSpPr>
          <p:nvPr/>
        </p:nvSpPr>
        <p:spPr>
          <a:xfrm>
            <a:off x="8209915" y="1283335"/>
            <a:ext cx="1363345" cy="50228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ModuleHost</a:t>
            </a:r>
          </a:p>
        </p:txBody>
      </p:sp>
      <p:sp>
        <p:nvSpPr>
          <p:cNvPr id="9" name="Textbox8"/>
          <p:cNvSpPr txBox="1">
            <a:extLst>
              <a:ext uri="smNativeData">
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LDEAAH8CAAA1PAAAlgUAAAAAAAAmAAAACAAAAP//////////"/>
              </a:ext>
            </a:extLst>
          </p:cNvSpPr>
          <p:nvPr/>
        </p:nvSpPr>
        <p:spPr>
          <a:xfrm>
            <a:off x="7993380" y="405765"/>
            <a:ext cx="1793875" cy="50228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global error set</a:t>
            </a:r>
          </a:p>
        </p:txBody>
      </p:sp>
      <p:sp>
        <p:nvSpPr>
          <p:cNvPr id="10" name="Textbox9"/>
          <p:cNvSpPr txBox="1">
            <a:extLst>
              <a:ext uri="smNativeData">
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EH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gDIAABMOAACnPAAADBIAAAAAAAAmAAAACAAAAP//////////"/>
              </a:ext>
            </a:extLst>
          </p:cNvSpPr>
          <p:nvPr/>
        </p:nvSpPr>
        <p:spPr>
          <a:xfrm>
            <a:off x="8209280" y="2287905"/>
            <a:ext cx="1650365" cy="645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S.Static</a:t>
            </a:r>
          </a:p>
          <a:p>
            <a:pPr algn="ctr">
              <a:defRPr sz="1200" cap="none"/>
            </a:pPr>
            <a:r>
              <a:t>structure static data</a:t>
            </a:r>
          </a:p>
        </p:txBody>
      </p:sp>
      <p:sp>
        <p:nvSpPr>
          <p:cNvPr id="11" name="Textbox10"/>
          <p:cNvSpPr txBox="1">
            <a:extLst>
              <a:ext uri="smNativeData">
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EHAAD/fwAA/38AAAAAAAAJAAAABAAAAJCbpz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RjEAAFsUAACSNgAAVBgAAAAAAAAmAAAACAAAAP//////////"/>
              </a:ext>
            </a:extLst>
          </p:cNvSpPr>
          <p:nvPr/>
        </p:nvSpPr>
        <p:spPr>
          <a:xfrm>
            <a:off x="8009890" y="3308985"/>
            <a:ext cx="861060" cy="645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Scope</a:t>
            </a:r>
          </a:p>
          <a:p>
            <a:pPr algn="ctr">
              <a:defRPr sz="1200" cap="none"/>
            </a:pPr>
            <a:r>
              <a:t>static</a:t>
            </a:r>
          </a:p>
        </p:txBody>
      </p:sp>
      <p:grpSp>
        <p:nvGrpSpPr>
          <p:cNvPr id="12" name="Group1"/>
          <p:cNvGrpSpPr>
            <a:extLst>
              <a:ext uri="smNativeData">
                <pr:smNativeData xmlns:pr="smNativeData" xmlns="smNativeData" val="SMDATA_6_AnHWaRMAAAAlAAAAAQAAAC8BAAAAkAAAAEgAAACQAAAASAAAAAAAAAAAAAAAAAAAABcAAAAUAAAAAAAAAAAAAAD/fwAA/38AAAAAAAAJAAAABAAAAA8AAAAfAAAAVAAAAAAAAAAAAAAAAAAAAAAAAAAAAAAAAAAAAAAAAAAAAAAAAAAAAAAAAAAAAAAAAAAAAAAAAAAAAAAAAAAAAAAAAAAAAAAAAAAAAAAAAAAAAAAAAAAAACEAAAAYAAAAFAAAAKkoAADFGwAATDAAAP4eAAAAAAAAJgAAAAgAAAD/////AAAAAA=="/>
              </a:ext>
            </a:extLst>
          </p:cNvGrpSpPr>
          <p:nvPr/>
        </p:nvGrpSpPr>
        <p:grpSpPr>
          <a:xfrm>
            <a:off x="6609715" y="4514215"/>
            <a:ext cx="1241425" cy="523875"/>
            <a:chOff x="6609715" y="4514215"/>
            <a:chExt cx="1241425" cy="523875"/>
          </a:xfrm>
        </p:grpSpPr>
        <p:sp>
          <p:nvSpPr>
            <p:cNvPr id="14" name="Textbox13"/>
            <p:cNvSpPr txBox="1">
              <a:extLst>
                <a:ext uri="smNativeData">
  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DSkAACkcAABMMAAA/h4AAAAAAAAmAAAACAAAAP//////////"/>
                </a:ext>
              </a:extLst>
            </p:cNvSpPr>
            <p:nvPr/>
          </p:nvSpPr>
          <p:spPr>
            <a:xfrm>
              <a:off x="6673215" y="4577715"/>
              <a:ext cx="1177925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members</a:t>
              </a:r>
            </a:p>
          </p:txBody>
        </p:sp>
        <p:sp>
          <p:nvSpPr>
            <p:cNvPr id="13" name="Textbox11"/>
            <p:cNvSpPr txBox="1">
              <a:extLst>
                <a:ext uri="smNativeData">
  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ID8+z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qSgAAMUbAADoLwAAmh4AAAAAAAAmAAAACAAAAP//////////"/>
                </a:ext>
              </a:extLst>
            </p:cNvSpPr>
            <p:nvPr/>
          </p:nvSpPr>
          <p:spPr>
            <a:xfrm>
              <a:off x="6609715" y="4514215"/>
              <a:ext cx="1177925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members</a:t>
              </a:r>
            </a:p>
          </p:txBody>
        </p:sp>
      </p:grpSp>
      <p:sp>
        <p:nvSpPr>
          <p:cNvPr id="15" name="Textbox12"/>
          <p:cNvSpPr txBox="1">
            <a:extLst>
              <a:ext uri="smNativeData">
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AzgAANEbAABCPwAAph4AAAAAAAAmAAAACAAAAP//////////"/>
              </a:ext>
            </a:extLst>
          </p:cNvSpPr>
          <p:nvPr/>
        </p:nvSpPr>
        <p:spPr>
          <a:xfrm>
            <a:off x="9105265" y="4521835"/>
            <a:ext cx="1177925" cy="46037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template</a:t>
            </a:r>
          </a:p>
        </p:txBody>
      </p:sp>
      <p:sp>
        <p:nvSpPr>
          <p:cNvPr id="16" name="Textbox15"/>
          <p:cNvSpPr txBox="1">
            <a:extLst>
              <a:ext uri="smNativeData">
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NTkAAHwgAAAQPgAAUSMAAAAAAAAmAAAACAAAAP//////////"/>
              </a:ext>
            </a:extLst>
          </p:cNvSpPr>
          <p:nvPr/>
        </p:nvSpPr>
        <p:spPr>
          <a:xfrm>
            <a:off x="9299575" y="5280660"/>
            <a:ext cx="789305" cy="46037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table</a:t>
            </a:r>
          </a:p>
        </p:txBody>
      </p:sp>
      <p:sp>
        <p:nvSpPr>
          <p:cNvPr id="17" name="Textbox17"/>
          <p:cNvSpPr txBox="1">
            <a:extLst>
              <a:ext uri="smNativeData">
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EHAAD/fwAA/38AAAAAAAAJAAAABAAAACJIY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ahQAAFsUAAC2GQAAVBgAAAAAAAAmAAAACAAAAP//////////"/>
              </a:ext>
            </a:extLst>
          </p:cNvSpPr>
          <p:nvPr/>
        </p:nvSpPr>
        <p:spPr>
          <a:xfrm>
            <a:off x="3318510" y="3308985"/>
            <a:ext cx="861060" cy="645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Scope</a:t>
            </a:r>
          </a:p>
          <a:p>
            <a:pPr algn="ctr">
              <a:defRPr sz="1200" cap="none"/>
            </a:pPr>
            <a:r>
              <a:t>instance</a:t>
            </a:r>
          </a:p>
        </p:txBody>
      </p:sp>
      <p:sp>
        <p:nvSpPr>
          <p:cNvPr id="18" name="Textbox18"/>
          <p:cNvSpPr txBox="1">
            <a:extLst>
              <a:ext uri="smNativeData">
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sRsAAJAbAADwIgAAZR4AAAAAAAAmAAAACAAAAP//////////"/>
              </a:ext>
            </a:extLst>
          </p:cNvSpPr>
          <p:nvPr/>
        </p:nvSpPr>
        <p:spPr>
          <a:xfrm>
            <a:off x="4501515" y="4480560"/>
            <a:ext cx="1177925" cy="46037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template</a:t>
            </a:r>
          </a:p>
        </p:txBody>
      </p:sp>
      <p:sp>
        <p:nvSpPr>
          <p:cNvPr id="19" name="Textbox19"/>
          <p:cNvSpPr txBox="1">
            <a:extLst>
              <a:ext uri="smNativeData">
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4xwAAGsgAAC+IQAAQCMAAAAAAAAmAAAACAAAAP//////////"/>
              </a:ext>
            </a:extLst>
          </p:cNvSpPr>
          <p:nvPr/>
        </p:nvSpPr>
        <p:spPr>
          <a:xfrm>
            <a:off x="4695825" y="5269865"/>
            <a:ext cx="789305" cy="460375"/>
          </a:xfrm>
          <a:prstGeom prst="rect">
            <a:avLst/>
          </a:prstGeom>
          <a:solidFill>
            <a:srgbClr val="00FF00"/>
          </a:solidFill>
          <a:ln w="12700" cap="flat" cmpd="sng" algn="ctr">
            <a:solidFill>
              <a:schemeClr val="tx1"/>
            </a:solidFill>
            <a:prstDash val="solid"/>
            <a:headEnd type="none"/>
            <a:tailEnd type="none"/>
          </a:ln>
          <a:effectLst/>
        </p:spPr>
        <p:txBody>
          <a:bodyPr vert="horz" wrap="square" numCol="1" spcCol="215900" anchor="ctr"/>
          <a:lstStyle/>
          <a:p>
            <a:pPr algn="ctr"/>
            <a:r>
              <a:t>table</a:t>
            </a:r>
          </a:p>
        </p:txBody>
      </p:sp>
      <p:grpSp>
        <p:nvGrpSpPr>
          <p:cNvPr id="20" name="Group3"/>
          <p:cNvGrpSpPr>
            <a:extLst>
              <a:ext uri="smNativeData">
                <pr:smNativeData xmlns:pr="smNativeData" xmlns="smNativeData" val="SMDATA_6_AnHWaRMAAAAlAAAAAQAAAC8BAAAAkAAAAEgAAACQAAAASAAAAAAAAAAAAAAAAAAAABcAAAAUAAAAAAAAAAAAAAD/fwAA/38AAAAAAAAJAAAABAAAAA8AAAAfAAAAVAAAAAAAAAAAAAAAAAAAAAAAAAAAAAAAAAAAAAAAAAAAAAAAAAAAAAAAAAAAAAAAAAAAAAAAAAAAAAAAAAAAAAAAAAAAAAAAAAAAAAAAAAAAAAAAAAAAACEAAAAYAAAAFAAAAAgOAACcGwAAqxUAANUeAAAAAAAAJgAAAAgAAAD/////AAAAAA=="/>
              </a:ext>
            </a:extLst>
          </p:cNvGrpSpPr>
          <p:nvPr/>
        </p:nvGrpSpPr>
        <p:grpSpPr>
          <a:xfrm>
            <a:off x="2280920" y="4488180"/>
            <a:ext cx="1241425" cy="523875"/>
            <a:chOff x="2280920" y="4488180"/>
            <a:chExt cx="1241425" cy="523875"/>
          </a:xfrm>
        </p:grpSpPr>
        <p:sp>
          <p:nvSpPr>
            <p:cNvPr id="22" name="Textbox21"/>
            <p:cNvSpPr txBox="1">
              <a:extLst>
                <a:ext uri="smNativeData">
  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JD3rD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bA4AAAAcAACrFQAA1R4AAAAAAAAmAAAACAAAAP//////////"/>
                </a:ext>
              </a:extLst>
            </p:cNvSpPr>
            <p:nvPr/>
          </p:nvSpPr>
          <p:spPr>
            <a:xfrm>
              <a:off x="2344420" y="4551680"/>
              <a:ext cx="1177925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members</a:t>
              </a:r>
            </a:p>
          </p:txBody>
        </p:sp>
        <p:sp>
          <p:nvSpPr>
            <p:cNvPr id="21" name="Textbox20"/>
            <p:cNvSpPr txBox="1">
              <a:extLst>
                <a:ext uri="smNativeData">
  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CA4AAJwbAABHFQAAcR4AAAAAAAAmAAAACAAAAP//////////"/>
                </a:ext>
              </a:extLst>
            </p:cNvSpPr>
            <p:nvPr/>
          </p:nvSpPr>
          <p:spPr>
            <a:xfrm>
              <a:off x="2280920" y="4488180"/>
              <a:ext cx="1177925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members</a:t>
              </a:r>
            </a:p>
          </p:txBody>
        </p:sp>
      </p:grpSp>
      <p:grpSp>
        <p:nvGrpSpPr>
          <p:cNvPr id="23" name="Group2"/>
          <p:cNvGrpSpPr>
            <a:extLst>
              <a:ext uri="smNativeData">
                <pr:smNativeData xmlns:pr="smNativeData" xmlns="smNativeData" val="SMDATA_6_AnHWaRMAAAAlAAAAAQAAAC8BAAAAkAAAAEgAAACQAAAASAAAAAAAAAAAAAAAAAAAABcAAAAUAAAAAAAAAAAAAAD/fwAA/38AAAAAAAAJAAAABAAAANDl5DEfAAAAVAAAAAAAAAAAAAAAAAAAAAAAAAAAAAAAAAAAAAAAAAAAAAAAAAAAAAAAAAAAAAAAAAAAAAAAAAAAAAAAAAAAAAAAAAAAAAAAAAAAAAAAAAAAAAAAAAAAACEAAAAYAAAAFAAAADMNAACoJAAAaBYAAN4nAAAAAAAAJgAAAAgAAAD/////AAAAAA=="/>
              </a:ext>
            </a:extLst>
          </p:cNvGrpSpPr>
          <p:nvPr/>
        </p:nvGrpSpPr>
        <p:grpSpPr>
          <a:xfrm>
            <a:off x="2145665" y="5958840"/>
            <a:ext cx="1496695" cy="521970"/>
            <a:chOff x="2145665" y="5958840"/>
            <a:chExt cx="1496695" cy="521970"/>
          </a:xfrm>
        </p:grpSpPr>
        <p:sp>
          <p:nvSpPr>
            <p:cNvPr id="25" name="Textbox14"/>
            <p:cNvSpPr txBox="1">
              <a:extLst>
                <a:ext uri="smNativeData">
  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lA0AAAklAABoFgAA3icAAAAAAAAmAAAACAAAAP//////////"/>
                </a:ext>
              </a:extLst>
            </p:cNvSpPr>
            <p:nvPr/>
          </p:nvSpPr>
          <p:spPr>
            <a:xfrm>
              <a:off x="2207260" y="6020435"/>
              <a:ext cx="1435100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entries</a:t>
              </a:r>
            </a:p>
          </p:txBody>
        </p:sp>
        <p:sp>
          <p:nvSpPr>
            <p:cNvPr id="24" name="Textbox16"/>
            <p:cNvSpPr txBox="1">
              <a:extLst>
                <a:ext uri="smNativeData">
  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//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+Qx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8AAP///wEAAAAAAAAAAAAAAAAAAAAAAAAAAAAAAAAAAAAAAAAAAAAAAAJ/f38AgICAA8zMzADAwP8Af39/AAAAAAAAAAAAAAAAAAAAAAAAAAAAIQAAABgAAAAUAAAAMw0AAKgkAAAHFgAAfScAAAAAAAAmAAAACAAAAP//////////"/>
                </a:ext>
              </a:extLst>
            </p:cNvSpPr>
            <p:nvPr/>
          </p:nvSpPr>
          <p:spPr>
            <a:xfrm>
              <a:off x="2145665" y="5958840"/>
              <a:ext cx="1435100" cy="460375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entries</a:t>
              </a:r>
            </a:p>
          </p:txBody>
        </p:sp>
      </p:grpSp>
      <p:grpSp>
        <p:nvGrpSpPr>
          <p:cNvPr id="26" name="Group5"/>
          <p:cNvGrpSpPr>
            <a:extLst>
              <a:ext uri="smNativeData">
                <pr:smNativeData xmlns:pr="smNativeData" xmlns="smNativeData" val="SMDATA_6_AnHWaRMAAAAlAAAAAQAAAC8BAAAAkAAAAEgAAACQAAAASAAAAAAAAAAAAAAAAAAAABcAAAAUAAAAAAAAAAAAAAD/fwAA/38AAAAAAAAJAAAABAAAAA8AAAAfAAAAVAAAAAAAAAAAAAAAAAAAAAAAAAAAAAAAAAAAAAAAAAAAAAAAAAAAAAAAAAAAAAAAAAAAAAAAAAAAAAAAAAAAAAAAAAAAAAAAAAAAAAAAAAAAAAAAAAAAACEAAAAYAAAAFAAAAGoNAABqIAAAMRYAAHQjAAAAAAAAJgAAAAgAAAD/////AAAAAA=="/>
              </a:ext>
            </a:extLst>
          </p:cNvGrpSpPr>
          <p:nvPr/>
        </p:nvGrpSpPr>
        <p:grpSpPr>
          <a:xfrm>
            <a:off x="2180590" y="5269230"/>
            <a:ext cx="1426845" cy="494030"/>
            <a:chOff x="2180590" y="5269230"/>
            <a:chExt cx="1426845" cy="494030"/>
          </a:xfrm>
        </p:grpSpPr>
        <p:sp>
          <p:nvSpPr>
            <p:cNvPr id="28" name="Textbox26"/>
            <p:cNvSpPr txBox="1">
              <a:extLst>
                <a:ext uri="smNativeData">
  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zg0AAM4gAAAxFgAAdCMAAAAAAAAmAAAACAAAAP//////////"/>
                </a:ext>
              </a:extLst>
            </p:cNvSpPr>
            <p:nvPr/>
          </p:nvSpPr>
          <p:spPr>
            <a:xfrm>
              <a:off x="2244090" y="5332730"/>
              <a:ext cx="1363345" cy="430530"/>
            </a:xfrm>
            <a:prstGeom prst="rect">
              <a:avLst/>
            </a:prstGeom>
            <a:solidFill>
              <a:srgbClr val="00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objects</a:t>
              </a:r>
            </a:p>
          </p:txBody>
        </p:sp>
        <p:sp>
          <p:nvSpPr>
            <p:cNvPr id="27" name="Textbox27"/>
            <p:cNvSpPr txBox="1">
              <a:extLst>
                <a:ext uri="smNativeData">
  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ag0AAGogAADNFQAAECMAAAAAAAAmAAAACAAAAP//////////"/>
                </a:ext>
              </a:extLst>
            </p:cNvSpPr>
            <p:nvPr/>
          </p:nvSpPr>
          <p:spPr>
            <a:xfrm>
              <a:off x="2180590" y="5269230"/>
              <a:ext cx="1363345" cy="430530"/>
            </a:xfrm>
            <a:prstGeom prst="rect">
              <a:avLst/>
            </a:prstGeom>
            <a:solidFill>
              <a:srgbClr val="00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objects</a:t>
              </a:r>
            </a:p>
          </p:txBody>
        </p:sp>
      </p:grpSp>
      <p:cxnSp>
        <p:nvCxnSpPr>
          <p:cNvPr id="29" name="Connector3"/>
          <p:cNvCxnSpPr>
            <a:stCxn id="18" idx="2"/>
            <a:endCxn id="19" idx="0"/>
            <a:extLst>
              <a:ext uri="smNativeData">
                <pr:smNativeData xmlns:pr="smNativeData" xmlns="smNativeData" val="SMDATA_15_AnHWaRMAAAAlAAAADgAAAA8BAAAAkAAAAEgAAACQAAAASAAAAAAAAAAAAAAAAAAAAAEAAABQAAAAVObRwNBxAbw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UR8AAGUeAABRHwAAayAAAAAAAAAmAAAACAAAAP//////////"/>
              </a:ext>
            </a:extLst>
          </p:cNvCxnSpPr>
          <p:nvPr/>
        </p:nvCxnSpPr>
        <p:spPr>
          <a:xfrm rot="16200000" flipH="1">
            <a:off x="4926330" y="5105400"/>
            <a:ext cx="328930" cy="12700"/>
          </a:xfrm>
          <a:prstGeom prst="bentConnector2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0" name="Connector4"/>
          <p:cNvCxnSpPr>
            <a:stCxn id="17" idx="2"/>
            <a:extLst>
              <a:ext uri="smNativeData">
                <pr:smNativeData xmlns:pr="smNativeData" xmlns="smNativeData" val="SMDATA_15_AnHWaRMAAAAlAAAADgAAAA8BAAAAkAAAAEgAAACQAAAASAAAAAAAAAAAAAAAAAAAAAEAAABQAAAAAAAAAAAAAAA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1hEAAFQYAAAQFwAAkBsAAAAAAAAmAAAACAAAAP//////////"/>
              </a:ext>
            </a:extLst>
          </p:cNvCxnSpPr>
          <p:nvPr/>
        </p:nvCxnSpPr>
        <p:spPr>
          <a:xfrm rot="5400000">
            <a:off x="3061335" y="3792855"/>
            <a:ext cx="525780" cy="849630"/>
          </a:xfrm>
          <a:prstGeom prst="bentConnector3">
            <a:avLst>
              <a:gd name="adj1" fmla="val 50000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1" name="Connector5"/>
          <p:cNvCxnSpPr>
            <a:stCxn id="17" idx="2"/>
            <a:endCxn id="18" idx="0"/>
            <a:extLst>
              <a:ext uri="smNativeData">
                <pr:smNativeData xmlns:pr="smNativeData" xmlns="smNativeData" val="SMDATA_15_AnHWaRMAAAAlAAAADgAAAA8BAAAAkAAAAEgAAACQAAAASAAAAAAAAAAAAAAAAAAAAAEAAABQAAAAKgs9ranT9Ts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EBcAAFQYAABRHwAAkBsAAAAAAAAmAAAACAAAAP//////////"/>
              </a:ext>
            </a:extLst>
          </p:cNvCxnSpPr>
          <p:nvPr/>
        </p:nvCxnSpPr>
        <p:spPr>
          <a:xfrm rot="16200000" flipH="1">
            <a:off x="4156710" y="3547110"/>
            <a:ext cx="525780" cy="1341755"/>
          </a:xfrm>
          <a:prstGeom prst="bentConnector3">
            <a:avLst>
              <a:gd name="adj1" fmla="val 50000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2" name="Connector6"/>
          <p:cNvCxnSpPr>
            <a:stCxn id="7" idx="1"/>
            <a:endCxn id="17" idx="3"/>
            <a:extLst>
              <a:ext uri="smNativeData">
                <pr:smNativeData xmlns:pr="smNativeData" xmlns="smNativeData" val="SMDATA_15_An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thkAAFgWAADxIAAAWBYAAAAAAAAmAAAACAAAAP//////////"/>
              </a:ext>
            </a:extLst>
          </p:cNvCxnSpPr>
          <p:nvPr/>
        </p:nvCxnSpPr>
        <p:spPr>
          <a:xfrm rot="5400000">
            <a:off x="4766945" y="3044825"/>
            <a:ext cx="12700" cy="1175385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3" name="Connector7"/>
          <p:cNvCxnSpPr>
            <a:stCxn id="7" idx="3"/>
            <a:endCxn id="11" idx="1"/>
            <a:extLst>
              <a:ext uri="smNativeData">
                <pr:smNativeData xmlns:pr="smNativeData" xmlns="smNativeData" val="SMDATA_15_An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GCsAAFgWAABGMQAAWBYAAAAAAAAmAAAACAAAAP//////////"/>
              </a:ext>
            </a:extLst>
          </p:cNvCxnSpPr>
          <p:nvPr/>
        </p:nvCxnSpPr>
        <p:spPr>
          <a:xfrm rot="16200000" flipH="1">
            <a:off x="7507605" y="3129915"/>
            <a:ext cx="12700" cy="1004570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4" name="Connector8"/>
          <p:cNvCxnSpPr>
            <a:stCxn id="11" idx="2"/>
            <a:extLst>
              <a:ext uri="smNativeData">
                <pr:smNativeData xmlns:pr="smNativeData" xmlns="smNativeData" val="SMDATA_15_AnHWaRMAAAAlAAAADgAAAA8BAAAAkAAAAEgAAACQAAAASAAAAAAAAAAAAAAAAAAAAAEAAABQAAAAIlGJdd5YUr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SSwAAFQYAADsMwAA0RsAAAAAAAAmAAAACAAAAP//////////"/>
              </a:ext>
            </a:extLst>
          </p:cNvCxnSpPr>
          <p:nvPr/>
        </p:nvCxnSpPr>
        <p:spPr>
          <a:xfrm rot="5400000">
            <a:off x="7536180" y="3617595"/>
            <a:ext cx="567055" cy="1241425"/>
          </a:xfrm>
          <a:prstGeom prst="bentConnector3">
            <a:avLst>
              <a:gd name="adj1" fmla="val 49944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5" name="Connector9"/>
          <p:cNvCxnSpPr>
            <a:stCxn id="11" idx="2"/>
            <a:endCxn id="15" idx="0"/>
            <a:extLst>
              <a:ext uri="smNativeData">
                <pr:smNativeData xmlns:pr="smNativeData" xmlns="smNativeData" val="SMDATA_15_AnHWaRMAAAAlAAAADgAAAA8BAAAAkAAAAEgAAACQAAAASAAAAAAAAAAAAAAAAAAAAAEAAABQAAAAIFGJdd5YUr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7DMAAFQYAACjOwAA0RsAAAAAAAAmAAAACAAAAP//////////"/>
              </a:ext>
            </a:extLst>
          </p:cNvCxnSpPr>
          <p:nvPr/>
        </p:nvCxnSpPr>
        <p:spPr>
          <a:xfrm rot="16200000" flipH="1">
            <a:off x="8783955" y="3611245"/>
            <a:ext cx="567055" cy="1254125"/>
          </a:xfrm>
          <a:prstGeom prst="bentConnector3">
            <a:avLst>
              <a:gd name="adj1" fmla="val 49944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6" name="Connector11"/>
          <p:cNvCxnSpPr>
            <a:stCxn id="15" idx="2"/>
            <a:endCxn id="16" idx="0"/>
            <a:extLst>
              <a:ext uri="smNativeData">
                <pr:smNativeData xmlns:pr="smNativeData" xmlns="smNativeData" val="SMDATA_15_AnHWaRMAAAAlAAAADQAAAA8BAAAAkAAAAEgAAACQAAAASAAAAAAAAAAAAAAAAAAAAAEAAABQAAAAU01UIIFqDDw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ozsAAKYeAACjOwAAfCAAAAAAAAAmAAAACAAAAP//////////"/>
              </a:ext>
            </a:extLst>
          </p:cNvCxnSpPr>
          <p:nvPr/>
        </p:nvCxnSpPr>
        <p:spPr>
          <a:xfrm rot="16200000" flipH="1">
            <a:off x="9545320" y="5131435"/>
            <a:ext cx="298450" cy="12700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7" name="Connector12"/>
          <p:cNvCxnSpPr>
            <a:stCxn id="2" idx="2"/>
            <a:endCxn id="7" idx="0"/>
            <a:extLst>
              <a:ext uri="smNativeData">
                <pr:smNativeData xmlns:pr="smNativeData" xmlns="smNativeData" val="SMDATA_15_AnHWaRMAAAAlAAAADgAAAA8BAAAAkAAAAEgAAACQAAAASAAAAAAAAAAAAAAAAAAAAAEAAABQAAAA9uN+f2jSSb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BSYAAPYQAAAFJgAAWxQAAAAAAAAmAAAACAAAAP//////////"/>
              </a:ext>
            </a:extLst>
          </p:cNvCxnSpPr>
          <p:nvPr/>
        </p:nvCxnSpPr>
        <p:spPr>
          <a:xfrm rot="16200000" flipH="1">
            <a:off x="5904865" y="3032760"/>
            <a:ext cx="551815" cy="12700"/>
          </a:xfrm>
          <a:prstGeom prst="bentConnector2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8" name="Connector13"/>
          <p:cNvCxnSpPr>
            <a:stCxn id="7" idx="3"/>
            <a:endCxn id="10" idx="1"/>
            <a:extLst>
              <a:ext uri="smNativeData">
                <pr:smNativeData xmlns:pr="smNativeData" xmlns="smNativeData" val="SMDATA_15_AnHWaRMAAAAlAAAADgAAAA8BAAAAkAAAAEgAAACQAAAASAAAAAAAAAAAAAAAAAAAAAEAAABQAAAAAAAAAAAAAAA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GCsAABAQAACAMgAAWBYAAAAAAAAmAAAACAAAAP//////////"/>
              </a:ext>
            </a:extLst>
          </p:cNvCxnSpPr>
          <p:nvPr/>
        </p:nvCxnSpPr>
        <p:spPr>
          <a:xfrm flipV="1">
            <a:off x="7005320" y="2611120"/>
            <a:ext cx="1203960" cy="1021080"/>
          </a:xfrm>
          <a:prstGeom prst="bentConnector3">
            <a:avLst>
              <a:gd name="adj1" fmla="val 50000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39" name="Connector14"/>
          <p:cNvCxnSpPr>
            <a:stCxn id="7" idx="3"/>
            <a:endCxn id="8" idx="1"/>
            <a:extLst>
              <a:ext uri="smNativeData">
                <pr:smNativeData xmlns:pr="smNativeData" xmlns="smNativeData" val="SMDATA_15_AnHWaRMAAAAlAAAADgAAAA8BAAAAkAAAAEgAAACQAAAASAAAAAAAAAAAAAAAAAAAAAEAAABQAAAA+cV9/AlGQb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GCsAAHEJAACBMgAAWBYAAAAAAAAmAAAACAAAAP//////////"/>
              </a:ext>
            </a:extLst>
          </p:cNvCxnSpPr>
          <p:nvPr/>
        </p:nvCxnSpPr>
        <p:spPr>
          <a:xfrm flipV="1">
            <a:off x="7005320" y="1534795"/>
            <a:ext cx="1204595" cy="2097405"/>
          </a:xfrm>
          <a:prstGeom prst="bentConnector3">
            <a:avLst>
              <a:gd name="adj1" fmla="val 49974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40" name="Connector15"/>
          <p:cNvCxnSpPr>
            <a:stCxn id="8" idx="0"/>
            <a:endCxn id="9" idx="2"/>
            <a:extLst>
              <a:ext uri="smNativeData">
                <pr:smNativeData xmlns:pr="smNativeData" xmlns="smNativeData" val="SMDATA_15_AnHWaRMAAAAlAAAADgAAAA8BAAAAkAAAAEgAAACQAAAASAAAAAAAAAAAAAAAAAAAAAEAAABQAAAAk5SHCfa4Wz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sTYAAJYFAACzNgAA5QcAAAAAAAAmAAAACAAAAP//////////"/>
              </a:ext>
            </a:extLst>
          </p:cNvCxnSpPr>
          <p:nvPr/>
        </p:nvCxnSpPr>
        <p:spPr>
          <a:xfrm rot="5400000" flipH="1">
            <a:off x="8703945" y="1094740"/>
            <a:ext cx="375285" cy="1270"/>
          </a:xfrm>
          <a:prstGeom prst="bentConnector3">
            <a:avLst>
              <a:gd name="adj1" fmla="val 50085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41" name="Connector16"/>
          <p:cNvCxnSpPr>
            <a:stCxn id="2" idx="0"/>
            <a:endCxn id="6" idx="2"/>
            <a:extLst>
              <a:ext uri="smNativeData">
                <pr:smNativeData xmlns:pr="smNativeData" xmlns="smNativeData" val="SMDATA_15_AnHWaRMAAAAlAAAADgAAAA8BAAAAkAAAAEgAAACQAAAASAAAAAAAAAAAAAAAAAAAAAEAAABQAAAAhLEZLP23+7s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Y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BSYAAHEKAAAGJgAA/QwAAAAAAAAmAAAACAAAAP//////////"/>
              </a:ext>
            </a:extLst>
          </p:cNvCxnSpPr>
          <p:nvPr/>
        </p:nvCxnSpPr>
        <p:spPr>
          <a:xfrm rot="16200000">
            <a:off x="5974080" y="1903730"/>
            <a:ext cx="414020" cy="635"/>
          </a:xfrm>
          <a:prstGeom prst="bentConnector3">
            <a:avLst>
              <a:gd name="adj1" fmla="val 50000"/>
            </a:avLst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42" name="Connector23"/>
          <p:cNvCxnSpPr>
            <a:stCxn id="3" idx="0"/>
            <a:endCxn id="4" idx="3"/>
            <a:extLst>
              <a:ext uri="smNativeData">
                <pr:smNativeData xmlns:pr="smNativeData" xmlns="smNativeData" val="SMDATA_15_AnHWaRMAAAAlAAAADwAAAA8BAAAAkAAAAEgAAACQAAAASAAAAAAAAAAAAAAAAAAAAAEAAABQAAAAXqfsgsWR3L8rL7VBsjQCQA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VhgAAI8IAABpGwAAAQ0AAAAAAAAmAAAACAAAAP//////////"/>
              </a:ext>
            </a:extLst>
          </p:cNvCxnSpPr>
          <p:nvPr/>
        </p:nvCxnSpPr>
        <p:spPr>
          <a:xfrm rot="16200000">
            <a:off x="3844925" y="1502410"/>
            <a:ext cx="722630" cy="499745"/>
          </a:xfrm>
          <a:prstGeom prst="curvedConnector4">
            <a:avLst>
              <a:gd name="adj1" fmla="val 27680"/>
              <a:gd name="adj2" fmla="val 163787"/>
            </a:avLst>
          </a:prstGeom>
          <a:noFill/>
          <a:ln w="127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cxnSp>
      <p:cxnSp>
        <p:nvCxnSpPr>
          <p:cNvPr id="43" name="Connector22"/>
          <p:cNvCxnSpPr>
            <a:stCxn id="2" idx="0"/>
            <a:endCxn id="6" idx="3"/>
            <a:extLst>
              <a:ext uri="smNativeData">
                <pr:smNativeData xmlns:pr="smNativeData" xmlns="smNativeData" val="SMDATA_15_AnHWaRMAAAAlAAAADwAAAA8BAAAAkAAAAEgAAACQAAAASAAAAAAAAAAAAAAAAAAAAAEAAABQAAAA/nDA4w8H3L+9RGVK8ZP9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BSYAAHUIAACOKQAA/QwAAAAAAAAmAAAACAAAAP//////////"/>
              </a:ext>
            </a:extLst>
          </p:cNvCxnSpPr>
          <p:nvPr/>
        </p:nvCxnSpPr>
        <p:spPr>
          <a:xfrm rot="16200000">
            <a:off x="6099810" y="1455420"/>
            <a:ext cx="736600" cy="574675"/>
          </a:xfrm>
          <a:prstGeom prst="curvedConnector4">
            <a:avLst>
              <a:gd name="adj1" fmla="val 28103"/>
              <a:gd name="adj2" fmla="val 142431"/>
            </a:avLst>
          </a:prstGeom>
          <a:noFill/>
          <a:ln w="127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cxnSp>
      <p:cxnSp>
        <p:nvCxnSpPr>
          <p:cNvPr id="44" name="Connector20"/>
          <p:cNvCxnSpPr>
            <a:stCxn id="2" idx="2"/>
            <a:endCxn id="19" idx="1"/>
            <a:extLst>
              <a:ext uri="smNativeData">
                <pr:smNativeData xmlns:pr="smNativeData" xmlns="smNativeData" val="SMDATA_15_AnHWaRMAAAAlAAAADwAAAA8BAAAAkAAAAEgAAACQAAAASAAAAAAAAAAAAAAAAAAAAAEAAABQAAAA4m9TjBr+5L+ev8Vpzfb5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4xwAAPYQAAAFJgAA1iEAAAAAAAAmAAAACAAAAP//////////"/>
              </a:ext>
            </a:extLst>
          </p:cNvCxnSpPr>
          <p:nvPr/>
        </p:nvCxnSpPr>
        <p:spPr>
          <a:xfrm rot="5400000">
            <a:off x="4066540" y="3386455"/>
            <a:ext cx="2743200" cy="1484630"/>
          </a:xfrm>
          <a:prstGeom prst="curvedConnector4">
            <a:avLst>
              <a:gd name="adj1" fmla="val 17199"/>
              <a:gd name="adj2" fmla="val 131138"/>
            </a:avLst>
          </a:prstGeom>
          <a:noFill/>
          <a:ln w="127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cxnSp>
      <p:cxnSp>
        <p:nvCxnSpPr>
          <p:cNvPr id="45" name="Connector24"/>
          <p:cNvCxnSpPr>
            <a:stCxn id="2" idx="2"/>
            <a:extLst>
              <a:ext uri="smNativeData">
                <pr:smNativeData xmlns:pr="smNativeData" xmlns="smNativeData" val="SMDATA_15_AnHWaRMAAAAlAAAADwAAAA8BAAAAkAAAAEgAAACQAAAASAAAAAAAAAAAAAAAAAAAAAEAAABQAAAAQtr79nGI5r8qniQtlC/2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Yw0AAPYQAAAFJgAAmSEAAAAAAAAmAAAACAAAAP//////////"/>
              </a:ext>
            </a:extLst>
          </p:cNvCxnSpPr>
          <p:nvPr/>
        </p:nvCxnSpPr>
        <p:spPr>
          <a:xfrm rot="5400000">
            <a:off x="2825750" y="2107565"/>
            <a:ext cx="2704465" cy="4004310"/>
          </a:xfrm>
          <a:prstGeom prst="curvedConnector4">
            <a:avLst>
              <a:gd name="adj1" fmla="val 14792"/>
              <a:gd name="adj2" fmla="val 119331"/>
            </a:avLst>
          </a:prstGeom>
          <a:noFill/>
          <a:ln w="127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cxnSp>
      <p:cxnSp>
        <p:nvCxnSpPr>
          <p:cNvPr id="46" name="Connector21"/>
          <p:cNvCxnSpPr>
            <a:stCxn id="7" idx="3"/>
            <a:endCxn id="2" idx="3"/>
            <a:extLst>
              <a:ext uri="smNativeData">
                <pr:smNativeData xmlns:pr="smNativeData" xmlns="smNativeData" val="SMDATA_15_AnHWaRMAAAAlAAAADwAAAA8BAAAAkAAAAEgAAACQAAAASAAAAAAAAAAAAAAAAAAAAAEAAABQAAAAAAAAAAAAFEA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Q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GCsAAPoOAAD6KwAAWBYAAAAAAAAmAAAACAAAAP//////////"/>
              </a:ext>
            </a:extLst>
          </p:cNvCxnSpPr>
          <p:nvPr/>
        </p:nvCxnSpPr>
        <p:spPr>
          <a:xfrm flipV="1">
            <a:off x="7005320" y="2434590"/>
            <a:ext cx="143510" cy="1197610"/>
          </a:xfrm>
          <a:prstGeom prst="curvedConnector3">
            <a:avLst>
              <a:gd name="adj1" fmla="val 300000"/>
            </a:avLst>
          </a:prstGeom>
          <a:noFill/>
          <a:ln w="12700" cap="flat" cmpd="sng" algn="ctr">
            <a:solidFill>
              <a:schemeClr val="tx1"/>
            </a:solidFill>
            <a:prstDash val="sysDot"/>
            <a:headEnd type="none"/>
            <a:tailEnd type="stealth" w="lg" len="lg"/>
          </a:ln>
          <a:effectLst/>
        </p:spPr>
      </p:cxnSp>
      <p:cxnSp>
        <p:nvCxnSpPr>
          <p:cNvPr id="47" name="Connector19"/>
          <p:cNvCxnSpPr>
            <a:stCxn id="3" idx="2"/>
            <a:endCxn id="2" idx="1"/>
            <a:extLst>
              <a:ext uri="smNativeData">
                <pr:smNativeData xmlns:pr="smNativeData" xmlns="smNativeData" val="SMDATA_15_AnHWaRMAAAAlAAAADwAAAA8BAAAAkAAAAEgAAACQAAAASAAAAAAAAAAAAAAAAAAAAAEAAABQAAAAAAAAAACABMA3jx60mcXa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g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VhgAAPoOAAAPIAAA+hAAAAAAAAAmAAAACAAAAP//////////"/>
              </a:ext>
            </a:extLst>
          </p:cNvCxnSpPr>
          <p:nvPr/>
        </p:nvCxnSpPr>
        <p:spPr>
          <a:xfrm rot="16200000">
            <a:off x="4420870" y="1969770"/>
            <a:ext cx="325120" cy="1255395"/>
          </a:xfrm>
          <a:prstGeom prst="curvedConnector4">
            <a:avLst>
              <a:gd name="adj1" fmla="val -78125"/>
              <a:gd name="adj2" fmla="val 70916"/>
            </a:avLst>
          </a:prstGeom>
          <a:noFill/>
          <a:ln w="12700" cap="flat" cmpd="sng" algn="ctr">
            <a:solidFill>
              <a:schemeClr val="tx1"/>
            </a:solidFill>
            <a:prstDash val="sysDash"/>
            <a:headEnd type="none"/>
            <a:tailEnd type="stealth" w="lg" len="lg"/>
          </a:ln>
          <a:effectLst/>
        </p:spPr>
      </p:cxnSp>
      <p:cxnSp>
        <p:nvCxnSpPr>
          <p:cNvPr id="48" name="Connector25"/>
          <p:cNvCxnSpPr>
            <a:stCxn id="3" idx="3"/>
            <a:endCxn id="2" idx="1"/>
            <a:extLst>
              <a:ext uri="smNativeData">
                <pr:smNativeData xmlns:pr="smNativeData" xmlns="smNativeData" val="SMDATA_15_An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hxwAAPoOAAAPIAAA/g4AAAAAAAAmAAAACAAAAP//////////"/>
              </a:ext>
            </a:extLst>
          </p:cNvCxnSpPr>
          <p:nvPr/>
        </p:nvCxnSpPr>
        <p:spPr>
          <a:xfrm rot="16200000">
            <a:off x="4923155" y="2148840"/>
            <a:ext cx="2540" cy="574040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49" name="Connector17"/>
          <p:cNvCxnSpPr>
            <a:stCxn id="3" idx="1"/>
            <a:endCxn id="5" idx="3"/>
            <a:extLst>
              <a:ext uri="smNativeData">
                <pr:smNativeData xmlns:pr="smNativeData" xmlns="smNativeData" val="SMDATA_15_An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7xEAAP4OAAAkFAAAAQ8AAAAAAAAmAAAACAAAAP//////////"/>
              </a:ext>
            </a:extLst>
          </p:cNvCxnSpPr>
          <p:nvPr/>
        </p:nvCxnSpPr>
        <p:spPr>
          <a:xfrm rot="5400000">
            <a:off x="3093720" y="2258695"/>
            <a:ext cx="1905" cy="358775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50" name="Connector18"/>
          <p:cNvCxnSpPr>
            <a:stCxn id="3" idx="0"/>
            <a:endCxn id="4" idx="2"/>
            <a:extLst>
              <a:ext uri="smNativeData">
                <pr:smNativeData xmlns:pr="smNativeData" xmlns="smNativeData" val="SMDATA_15_An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UhgAAIsKAABWGAAAAQ0AAAAAAAAmAAAACAAAAP//////////"/>
              </a:ext>
            </a:extLst>
          </p:cNvCxnSpPr>
          <p:nvPr/>
        </p:nvCxnSpPr>
        <p:spPr>
          <a:xfrm rot="5400000" flipH="1">
            <a:off x="3754755" y="1912620"/>
            <a:ext cx="400050" cy="2540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grpSp>
        <p:nvGrpSpPr>
          <p:cNvPr id="51" name="Group6"/>
          <p:cNvGrpSpPr>
            <a:extLst>
              <a:ext uri="smNativeData">
                <pr:smNativeData xmlns:pr="smNativeData" xmlns="smNativeData" val="SMDATA_6_AnHWaRMAAAAlAAAAAQAAAC8BAAAAkAAAAEgAAACQAAAASAAAAAAAAAAAAAAAAAAAABcAAAAUAAAAAAAAAAAAAAD/fwAA/38AAAAAAAAJAAAABAAAAAUAAAAfAAAAVAAAAAAAAAAAAAAAAAAAAAAAAAAAAAAAAAAAAAAAAAAAAAAAAAAAAAAAAAAAAAAAAAAAAAAAAAAAAAAAAAAAAAAAAAAAAAAAAAAAAAAAAAAAAAAAAAAAACEAAAAYAAAAFAAAABooAACqIAAA4TAAALQjAAAAAAAAJgAAAAgAAAD/////AAAAAA=="/>
              </a:ext>
            </a:extLst>
          </p:cNvGrpSpPr>
          <p:nvPr/>
        </p:nvGrpSpPr>
        <p:grpSpPr>
          <a:xfrm>
            <a:off x="6518910" y="5309870"/>
            <a:ext cx="1426845" cy="494030"/>
            <a:chOff x="6518910" y="5309870"/>
            <a:chExt cx="1426845" cy="494030"/>
          </a:xfrm>
        </p:grpSpPr>
        <p:sp>
          <p:nvSpPr>
            <p:cNvPr id="53" name="Textbox24"/>
            <p:cNvSpPr txBox="1">
              <a:extLst>
                <a:ext uri="smNativeData">
  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figAAA4hAADhMAAAtCMAAAAAAAAmAAAACAAAAP//////////"/>
                </a:ext>
              </a:extLst>
            </p:cNvSpPr>
            <p:nvPr/>
          </p:nvSpPr>
          <p:spPr>
            <a:xfrm>
              <a:off x="6582410" y="5373370"/>
              <a:ext cx="1363345" cy="430530"/>
            </a:xfrm>
            <a:prstGeom prst="rect">
              <a:avLst/>
            </a:prstGeom>
            <a:solidFill>
              <a:srgbClr val="00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objects</a:t>
              </a:r>
            </a:p>
          </p:txBody>
        </p:sp>
        <p:sp>
          <p:nvSpPr>
            <p:cNvPr id="52" name="Textbox25"/>
            <p:cNvSpPr txBox="1">
              <a:extLst>
                <a:ext uri="smNativeData">
                  <pr:smNativeData xmlns:pr="smNativeData" xmlns="smNativeData" val="SMDATA_15_AnHWaRMAAAAlAAAAEgAAAA8BAAAAkAAAAEgAAACQAAAASAAAAAAAAAABAAAAAAAAAAEAAABQAAAAAAAAAAAA4D8AAAAAAADgPwAAAAAAAOA/AAAAAAAA4D8AAAAAAADgPwAAAAAAAOA/AAAAAAAA4D8AAAAAAADgPwAAAAAAAOA/AAAAAAAA4D8CAAAAjAAAAAEAAAAAAAAAAP8AAP///wgAAAAAAAAAAAAAAAAAAAAAAAAAAAAAAAAAAAAAZAAAAAEAAABAAAAAAAAAAAAAAAAAAAAAAAAAAAAAAAAAAAAAAAAAAAAAAAAAAAAAAAAAAAAAAAAAAAAAAAAAAAAAAAAAAAAAAAAAAAAAAAAAAAAAAAAAAAAAAAAAAAAAFAAAADwAAAAB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IgD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P8AAP///wEAAAAAAAAAAAAAAAAAAAAAAAAAAAAAAAAAAAAAAAAAAAAAAAJ/f38AgICAA8zMzADAwP8Af39/AAAAAAAAAAAAAAAAAAAAAAAAAAAAIQAAABgAAAAUAAAAGigAAKogAAB9MAAAUCMAAAAAAAAmAAAACAAAAP//////////"/>
                </a:ext>
              </a:extLst>
            </p:cNvSpPr>
            <p:nvPr/>
          </p:nvSpPr>
          <p:spPr>
            <a:xfrm>
              <a:off x="6518910" y="5309870"/>
              <a:ext cx="1363345" cy="430530"/>
            </a:xfrm>
            <a:prstGeom prst="rect">
              <a:avLst/>
            </a:prstGeom>
            <a:solidFill>
              <a:srgbClr val="00FF00"/>
            </a:solidFill>
            <a:ln w="12700" cap="flat" cmpd="sng" algn="ctr">
              <a:solidFill>
                <a:schemeClr val="tx1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numCol="1" spcCol="215900" anchor="ctr"/>
            <a:lstStyle/>
            <a:p>
              <a:pPr algn="ctr"/>
              <a:r>
                <a:t>class objects</a:t>
              </a:r>
            </a:p>
          </p:txBody>
        </p:sp>
      </p:grpSp>
      <p:cxnSp>
        <p:nvCxnSpPr>
          <p:cNvPr id="54" name="Connector1"/>
          <p:cNvCxnSpPr>
            <a:extLst>
              <a:ext uri="smNativeData">
                <pr:smNativeData xmlns:pr="smNativeData" xmlns="smNativeData" val="SMDATA_15_An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ED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gSsAAJoeAACEKwAAqiAAAAAAAAAmAAAACAAAAP//////////"/>
              </a:ext>
            </a:extLst>
          </p:cNvCxnSpPr>
          <p:nvPr/>
        </p:nvCxnSpPr>
        <p:spPr>
          <a:xfrm rot="16200000" flipH="1">
            <a:off x="6905625" y="5140960"/>
            <a:ext cx="335280" cy="1905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55" name="Connector2"/>
          <p:cNvCxnSpPr>
            <a:stCxn id="21" idx="2"/>
            <a:extLst>
              <a:ext uri="smNativeData">
                <pr:smNativeData xmlns:pr="smNativeData" xmlns="smNativeData" val="SMDATA_15_An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qBEAAHEeAACpEQAAaiAAAAAAAAAmAAAACAAAAP//////////"/>
              </a:ext>
            </a:extLst>
          </p:cNvCxnSpPr>
          <p:nvPr/>
        </p:nvCxnSpPr>
        <p:spPr>
          <a:xfrm rot="16200000" flipH="1">
            <a:off x="2710180" y="5108575"/>
            <a:ext cx="320675" cy="635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cxnSp>
        <p:nvCxnSpPr>
          <p:cNvPr id="56" name="Connector10"/>
          <p:cNvCxnSpPr>
            <a:extLst>
              <a:ext uri="smNativeData">
                <pr:smNativeData xmlns:pr="smNativeData" xmlns="smNativeData" val="SMDATA_15_AnHWaRMAAAAlAAAADQ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A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qBEAABAjAACpEQAAqCQAAAAAAAAmAAAACAAAAP//////////"/>
              </a:ext>
            </a:extLst>
          </p:cNvCxnSpPr>
          <p:nvPr/>
        </p:nvCxnSpPr>
        <p:spPr>
          <a:xfrm rot="16200000" flipH="1">
            <a:off x="2741295" y="5828665"/>
            <a:ext cx="259080" cy="635"/>
          </a:xfrm>
          <a:prstGeom prst="straightConnector1">
            <a:avLst/>
          </a:prstGeom>
          <a:noFill/>
          <a:ln w="12700" cap="flat" cmpd="sng" algn="ctr">
            <a:solidFill>
              <a:schemeClr val="tx1"/>
            </a:solidFill>
            <a:prstDash val="solid"/>
            <a:headEnd type="none"/>
            <a:tailEnd type="stealth" w="lg" len="lg"/>
          </a:ln>
          <a:effectLst/>
        </p:spPr>
      </p:cxnSp>
      <p:sp>
        <p:nvSpPr>
          <p:cNvPr id="57" name="Textbox23"/>
          <p:cNvSpPr txBox="1">
            <a:extLst>
              <a:ext uri="smNativeData">
                <pr:smNativeData xmlns:pr="smNativeData" xmlns="smNativeData" val="SMDATA_15_AnHW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XD8AAFQiAAA4SAAAZCcAAAAgAAAmAAAACAAAAP//////////"/>
              </a:ext>
            </a:extLst>
          </p:cNvSpPr>
          <p:nvPr/>
        </p:nvSpPr>
        <p:spPr>
          <a:xfrm>
            <a:off x="10299700" y="5580380"/>
            <a:ext cx="144018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>
              <a:defRPr sz="1200" cap="none"/>
            </a:pPr>
            <a:r>
              <a:t>This table holds the same objects as the one used for static variables</a:t>
            </a:r>
          </a:p>
        </p:txBody>
      </p:sp>
      <p:sp>
        <p:nvSpPr>
          <p:cNvPr id="58" name="Textbox28"/>
          <p:cNvSpPr txBox="1">
            <a:extLst>
              <a:ext uri="smNativeData">
                <pr:smNativeData xmlns:pr="smNativeData" xmlns="smNativeData" val="SMDATA_15_AnHWaRMAAAAlAAAAEgAAAE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NwIAAD/fwAA/38AAAAAAAAJAAAABAAAACM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OQEAAM4iAADRCwAA3icAAAAgAAAmAAAACAAAAP//////////"/>
              </a:ext>
            </a:extLst>
          </p:cNvSpPr>
          <p:nvPr/>
        </p:nvSpPr>
        <p:spPr>
          <a:xfrm>
            <a:off x="198755" y="5657850"/>
            <a:ext cx="172212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>
              <a:defRPr sz="1200" cap="none"/>
            </a:pPr>
            <a:r>
              <a:t>A member holds an explicit reference to the class entry, but has ownership of the object </a:t>
            </a:r>
          </a:p>
        </p:txBody>
      </p:sp>
      <p:cxnSp>
        <p:nvCxnSpPr>
          <p:cNvPr id="59" name="Connector26"/>
          <p:cNvCxnSpPr>
            <a:extLst>
              <a:ext uri="smNativeData">
                <pr:smNativeData xmlns:pr="smNativeData" xmlns="smNativeData" val="SMDATA_15_AnHWaRMAAAAlAAAADwAAAA8BAAAAkAAAAEgAAACQAAAASAAAAAAAAAAAAAAAAAAAAAEAAABQAAAAa6211lprGcA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BAAAAAQAAAAAAAAkUAAAAAQAAABQAAAAUAAAAFAAAAAEAAAAAAAAAZAAAAGQAAAABAAAAlgAAAJY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J/f38AgICAA8zMzADAwP8Af39/AAAAAAAAAAAAAAAAAAAAAAAAAAAAIQAAABgAAAAUAAAA2RUAAL0hAAB0FgAAdCYAAAAAAAAmAAAACAAAAP//////////"/>
              </a:ext>
            </a:extLst>
          </p:cNvCxnSpPr>
          <p:nvPr/>
        </p:nvCxnSpPr>
        <p:spPr>
          <a:xfrm rot="10800000">
            <a:off x="3551555" y="5484495"/>
            <a:ext cx="98425" cy="766445"/>
          </a:xfrm>
          <a:prstGeom prst="curvedConnector3">
            <a:avLst>
              <a:gd name="adj1" fmla="val -267742"/>
            </a:avLst>
          </a:prstGeom>
          <a:noFill/>
          <a:ln w="12700" cap="flat" cmpd="sng" algn="ctr">
            <a:solidFill>
              <a:schemeClr val="tx1"/>
            </a:solidFill>
            <a:prstDash val="sysDot"/>
            <a:headEnd type="none"/>
            <a:tailEnd type="stealth" w="lg" len="lg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009999"/>
      </a:hlink>
      <a:folHlink>
        <a:srgbClr val="99CC00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DF7986"/>
        </a:accent3>
        <a:accent4>
          <a:srgbClr val="BF59A6"/>
        </a:accent4>
        <a:accent5>
          <a:srgbClr val="9F39C6"/>
        </a:accent5>
        <a:accent6>
          <a:srgbClr val="7F19E6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ACACDF"/>
        </a:accent3>
        <a:accent4>
          <a:srgbClr val="9C9CBF"/>
        </a:accent4>
        <a:accent5>
          <a:srgbClr val="7C7C9F"/>
        </a:accent5>
        <a:accent6>
          <a:srgbClr val="5C5C7F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6DA6DF"/>
        </a:accent3>
        <a:accent4>
          <a:srgbClr val="4D86BF"/>
        </a:accent4>
        <a:accent5>
          <a:srgbClr val="2D669F"/>
        </a:accent5>
        <a:accent6>
          <a:srgbClr val="0D467F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53ACAC"/>
        </a:accent3>
        <a:accent4>
          <a:srgbClr val="738C8C"/>
        </a:accent4>
        <a:accent5>
          <a:srgbClr val="936C6C"/>
        </a:accent5>
        <a:accent6>
          <a:srgbClr val="B34C4C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6D8FA7"/>
        </a:accent3>
        <a:accent4>
          <a:srgbClr val="8DAF87"/>
        </a:accent4>
        <a:accent5>
          <a:srgbClr val="ADCF67"/>
        </a:accent5>
        <a:accent6>
          <a:srgbClr val="CDEF47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9E9980"/>
        </a:accent3>
        <a:accent4>
          <a:srgbClr val="7EB9A0"/>
        </a:accent4>
        <a:accent5>
          <a:srgbClr val="5EC9C0"/>
        </a:accent5>
        <a:accent6>
          <a:srgbClr val="3EE9E0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209020"/>
        </a:accent3>
        <a:accent4>
          <a:srgbClr val="407040"/>
        </a:accent4>
        <a:accent5>
          <a:srgbClr val="605060"/>
        </a:accent5>
        <a:accent6>
          <a:srgbClr val="80308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666A6B"/>
        </a:accent3>
        <a:accent4>
          <a:srgbClr val="864A8B"/>
        </a:accent4>
        <a:accent5>
          <a:srgbClr val="A62AAB"/>
        </a:accent5>
        <a:accent6>
          <a:srgbClr val="C60ACB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A07E88"/>
        </a:accent3>
        <a:accent4>
          <a:srgbClr val="C05E68"/>
        </a:accent4>
        <a:accent5>
          <a:srgbClr val="E03E48"/>
        </a:accent5>
        <a:accent6>
          <a:srgbClr val="FF1E28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8686DF"/>
        </a:accent3>
        <a:accent4>
          <a:srgbClr val="A6A6BF"/>
        </a:accent4>
        <a:accent5>
          <a:srgbClr val="C6C69F"/>
        </a:accent5>
        <a:accent6>
          <a:srgbClr val="E6E67F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8F7F4F"/>
        </a:accent3>
        <a:accent4>
          <a:srgbClr val="6F9F6F"/>
        </a:accent4>
        <a:accent5>
          <a:srgbClr val="4FBF8F"/>
        </a:accent5>
        <a:accent6>
          <a:srgbClr val="2FDFAF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cleong</cp:lastModifiedBy>
  <cp:revision>0</cp:revision>
  <dcterms:created xsi:type="dcterms:W3CDTF">2026-04-07T18:59:39Z</dcterms:created>
  <dcterms:modified xsi:type="dcterms:W3CDTF">2026-04-08T15:15:14Z</dcterms:modified>
</cp:coreProperties>
</file>