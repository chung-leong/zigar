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7" r:id="rId6"/>
    <p:sldId id="256" r:id="rId7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75673702" val="1230" rev64="64" revOS="3"/>
      <pr:smFileRevision xmlns:pr="smNativeData" xmlns="smNativeData" dt="1775673702" val="101"/>
      <pr:guideOptions xmlns:pr="smNativeData" xmlns="smNativeData" dt="1775673702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77" d="100"/>
          <a:sy n="77" d="100"/>
        </p:scale>
        <p:origin x="1242" y="211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" d="100"/>
        <a:sy n="1" d="100"/>
      </p:scale>
      <p:origin x="0" y="0"/>
    </p:cViewPr>
  </p:sorterViewPr>
  <p:notesViewPr>
    <p:cSldViewPr snapToObjects="1" showGuides="1">
      <p:cViewPr>
        <p:scale>
          <a:sx n="77" d="100"/>
          <a:sy n="77" d="100"/>
        </p:scale>
        <p:origin x="1242" y="211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8D42F66-28D5-81D9-9B6C-DE8C61226D8B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DD602DE-90F0-83F4-BE6E-66A14C204833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A600E77-39C7-35F8-89D8-CFAD40967F9A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CE80035-7BC1-BDF6-8F50-8DA34E1E79D8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7871FEA-A4FA-D2E9-B43F-52BC51714207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FF24BE4-AAC2-A7BD-8C4A-5CE805047A09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5F0F75AA-E4B2-5A83-FCB7-12D63BF90A47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57B50146-08BA-E0F7-F40D-FEA24F4302AB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6E3EAD50-1E83-6B5B-CD86-E80EE3C83BBD}" type="datetime1">
              <a:t/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2AFEE02-4CCF-FA18-8117-BA4DA05977EF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51D4160F-41BC-81E0-F26C-B7B5582204E2}" type="datetime1">
              <a:t/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67CE2585-CB8A-9BD3-C476-3D866B383268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CD735F1-BFC1-82C3-8F6F-49967B21791C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8995FE2-ACE5-CCA9-AB21-5AFC116F5D0F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5FD72428-66B2-82D2-FC6F-90876A210AC5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NwY0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18205C8-86FC-D7F3-B23A-70A64B744425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A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D7AE41-0FE0-8258-AE6F-F90DE02158AC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2CA112A-64FF-9FE7-B172-92B25F3C47C7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49Ij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A784A67-29C7-2DBC-89C0-DFE9048E7F8A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E6c3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F58A682-CCF2-0D50-BCE0-3A05E8AE4A6F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F5E14A8-E6E2-0BE2-ACE6-10B75AA85A45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7EE416F2-BC93-B1E0-DD5C-4AB558122B1F}" type="slidenum">
              <a:t/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0F85D4D5-9BE2-D022-AC3D-6D779A735A38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Zq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01B672B6-F8EC-E384-A20E-0ED13C40545B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1"/>
          <p:cNvSpPr txBox="1">
            <a:extLst>
              <a:ext uri="smNativeData">
                <pr:smNativeData xmlns:pr="smNativeData" xmlns="smNativeData" val="SMDATA_15_Zq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DUNAABpNQAAdQ8AAAAgAAAmAAAACAAAAP//////////"/>
              </a:ext>
            </a:extLst>
          </p:cNvSpPr>
          <p:nvPr/>
        </p:nvSpPr>
        <p:spPr>
          <a:xfrm>
            <a:off x="5668645" y="2146935"/>
            <a:ext cx="301371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Strong reference (ownership)</a:t>
            </a:r>
          </a:p>
        </p:txBody>
      </p:sp>
      <p:sp>
        <p:nvSpPr>
          <p:cNvPr id="3" name="Textbox2"/>
          <p:cNvSpPr txBox="1">
            <a:extLst>
              <a:ext uri="smNativeData">
                <pr:smNativeData xmlns:pr="smNativeData" xmlns="smNativeData" val="SMDATA_15_Zq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Ek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O4QAABpNQAALhMAAAAgAAAmAAAACAAAAP//////////"/>
              </a:ext>
            </a:extLst>
          </p:cNvSpPr>
          <p:nvPr/>
        </p:nvSpPr>
        <p:spPr>
          <a:xfrm>
            <a:off x="5668645" y="2752090"/>
            <a:ext cx="301371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Weak reference</a:t>
            </a:r>
          </a:p>
        </p:txBody>
      </p:sp>
      <p:sp>
        <p:nvSpPr>
          <p:cNvPr id="4" name="Textbox3"/>
          <p:cNvSpPr txBox="1">
            <a:extLst>
              <a:ext uri="smNativeData">
                <pr:smNativeData xmlns:pr="smNativeData" xmlns="smNativeData" val="SMDATA_15_Zq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KcUAABpNQAA5xYAAAAgAAAmAAAACAAAAP//////////"/>
              </a:ext>
            </a:extLst>
          </p:cNvSpPr>
          <p:nvPr/>
        </p:nvSpPr>
        <p:spPr>
          <a:xfrm>
            <a:off x="5668645" y="3357245"/>
            <a:ext cx="301371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Garbage collection reporting</a:t>
            </a:r>
          </a:p>
        </p:txBody>
      </p:sp>
      <p:sp>
        <p:nvSpPr>
          <p:cNvPr id="5" name="Line1"/>
          <p:cNvSpPr>
            <a:extLst>
              <a:ext uri="smNativeData">
                <pr:smNativeData xmlns:pr="smNativeData" xmlns="smNativeData" val="SMDATA_15_ZqHWaRMAAAAlAAAAC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MBUAAI8OAACqIAAAkQ4AAAAAAAAmAAAACAAAAP//////////"/>
              </a:ext>
            </a:extLst>
          </p:cNvSpPr>
          <p:nvPr/>
        </p:nvSpPr>
        <p:spPr>
          <a:xfrm>
            <a:off x="3444240" y="2366645"/>
            <a:ext cx="1865630" cy="1270"/>
          </a:xfrm>
          <a:prstGeom prst="line">
            <a:avLst/>
          </a:prstGeom>
          <a:noFill/>
          <a:ln w="635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sp>
      <p:sp>
        <p:nvSpPr>
          <p:cNvPr id="6" name="Line2"/>
          <p:cNvSpPr>
            <a:extLst>
              <a:ext uri="smNativeData">
                <pr:smNativeData xmlns:pr="smNativeData" xmlns="smNativeData" val="SMDATA_15_ZqHWaRMAAAAlAAAAC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C5/S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MBUAABkSAACqIAAAGxIAAAAAAAAmAAAACAAAAP//////////"/>
              </a:ext>
            </a:extLst>
          </p:cNvSpPr>
          <p:nvPr/>
        </p:nvSpPr>
        <p:spPr>
          <a:xfrm>
            <a:off x="3444240" y="2941955"/>
            <a:ext cx="1865630" cy="1270"/>
          </a:xfrm>
          <a:prstGeom prst="line">
            <a:avLst/>
          </a:prstGeom>
          <a:noFill/>
          <a:ln w="635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sp>
      <p:sp>
        <p:nvSpPr>
          <p:cNvPr id="7" name="Line3"/>
          <p:cNvSpPr>
            <a:extLst>
              <a:ext uri="smNativeData">
                <pr:smNativeData xmlns:pr="smNativeData" xmlns="smNativeData" val="SMDATA_15_ZqHWaRMAAAAlAAAAC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B/S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MBUAABAWAACqIAAAEhYAAAAAAAAmAAAACAAAAP//////////"/>
              </a:ext>
            </a:extLst>
          </p:cNvSpPr>
          <p:nvPr/>
        </p:nvSpPr>
        <p:spPr>
          <a:xfrm>
            <a:off x="3444240" y="3586480"/>
            <a:ext cx="1865630" cy="1270"/>
          </a:xfrm>
          <a:prstGeom prst="line">
            <a:avLst/>
          </a:prstGeom>
          <a:noFill/>
          <a:ln w="635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1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DyAAAP0MAAD6KwAA9hAAABAAAAAmAAAACAAAAP//////////"/>
              </a:ext>
            </a:extLst>
          </p:cNvSpPr>
          <p:nvPr/>
        </p:nvSpPr>
        <p:spPr>
          <a:xfrm>
            <a:off x="5211445" y="2111375"/>
            <a:ext cx="1937385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ZigObject(Class(S))</a:t>
            </a:r>
          </a:p>
          <a:p>
            <a:pPr algn="ctr">
              <a:defRPr sz="1200" cap="none"/>
            </a:pPr>
            <a:r>
              <a:t>class object</a:t>
            </a:r>
          </a:p>
        </p:txBody>
      </p:sp>
      <p:sp>
        <p:nvSpPr>
          <p:cNvPr id="3" name="Textbox2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4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JBQAAAENAACHHAAA+hAAABAAAAAmAAAACAAAAP//////////"/>
              </a:ext>
            </a:extLst>
          </p:cNvSpPr>
          <p:nvPr/>
        </p:nvSpPr>
        <p:spPr>
          <a:xfrm>
            <a:off x="3274060" y="2113915"/>
            <a:ext cx="1363345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ZigObject(S)</a:t>
            </a:r>
          </a:p>
          <a:p>
            <a:pPr algn="ctr">
              <a:defRPr sz="1200" cap="none"/>
            </a:pPr>
            <a:r>
              <a:t>structure instance</a:t>
            </a:r>
          </a:p>
        </p:txBody>
      </p:sp>
      <p:sp>
        <p:nvSpPr>
          <p:cNvPr id="4" name="Textbox3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OxUAAJIGAABpGwAAiwoAABAAAAAmAAAACAAAAP//////////"/>
              </a:ext>
            </a:extLst>
          </p:cNvSpPr>
          <p:nvPr/>
        </p:nvSpPr>
        <p:spPr>
          <a:xfrm>
            <a:off x="3451225" y="1068070"/>
            <a:ext cx="1004570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  <a:p>
            <a:pPr algn="ctr">
              <a:defRPr sz="1200" cap="none"/>
            </a:pPr>
            <a:r>
              <a:t>child objects</a:t>
            </a:r>
          </a:p>
        </p:txBody>
      </p:sp>
      <p:sp>
        <p:nvSpPr>
          <p:cNvPr id="5" name="Textbox4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EBAQ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wQsAAIgNAADvEQAAehAAABAAAAAmAAAACAAAAP//////////"/>
              </a:ext>
            </a:extLst>
          </p:cNvSpPr>
          <p:nvPr/>
        </p:nvSpPr>
        <p:spPr>
          <a:xfrm>
            <a:off x="1910715" y="2199640"/>
            <a:ext cx="1004570" cy="47879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buffer</a:t>
            </a:r>
          </a:p>
        </p:txBody>
      </p:sp>
      <p:sp>
        <p:nvSpPr>
          <p:cNvPr id="6" name="Textbox5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fiIAAHgGAACOKQAAcQoAABAAAAAmAAAACAAAAP//////////"/>
              </a:ext>
            </a:extLst>
          </p:cNvSpPr>
          <p:nvPr/>
        </p:nvSpPr>
        <p:spPr>
          <a:xfrm>
            <a:off x="5607050" y="1051560"/>
            <a:ext cx="1148080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  <a:p>
            <a:pPr algn="ctr">
              <a:defRPr sz="1200" cap="none"/>
            </a:pPr>
            <a:r>
              <a:t>static variables</a:t>
            </a:r>
          </a:p>
        </p:txBody>
      </p:sp>
      <p:sp>
        <p:nvSpPr>
          <p:cNvPr id="7" name="Textbox6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8SAAAFsUAAAYKwAAVBgAABAAAAAmAAAACAAAAP//////////"/>
              </a:ext>
            </a:extLst>
          </p:cNvSpPr>
          <p:nvPr/>
        </p:nvSpPr>
        <p:spPr>
          <a:xfrm>
            <a:off x="5354955" y="3308985"/>
            <a:ext cx="1650365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ZigClassEntry</a:t>
            </a:r>
          </a:p>
          <a:p>
            <a:pPr algn="ctr">
              <a:defRPr sz="1200" cap="none"/>
            </a:pPr>
            <a:r>
              <a:t>class entry</a:t>
            </a:r>
          </a:p>
        </p:txBody>
      </p:sp>
      <p:sp>
        <p:nvSpPr>
          <p:cNvPr id="8" name="Textbox7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gTIAAOUHAADkOgAA/AoAABAAAAAmAAAACAAAAP//////////"/>
              </a:ext>
            </a:extLst>
          </p:cNvSpPr>
          <p:nvPr/>
        </p:nvSpPr>
        <p:spPr>
          <a:xfrm>
            <a:off x="8209915" y="1283335"/>
            <a:ext cx="1363345" cy="50228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ModuleHost</a:t>
            </a:r>
          </a:p>
        </p:txBody>
      </p:sp>
      <p:sp>
        <p:nvSpPr>
          <p:cNvPr id="9" name="Textbox8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LDEAAH8CAAA1PAAAlgUAABAAAAAmAAAACAAAAP//////////"/>
              </a:ext>
            </a:extLst>
          </p:cNvSpPr>
          <p:nvPr/>
        </p:nvSpPr>
        <p:spPr>
          <a:xfrm>
            <a:off x="7993380" y="405765"/>
            <a:ext cx="1793875" cy="50228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global error set</a:t>
            </a:r>
          </a:p>
        </p:txBody>
      </p:sp>
      <p:sp>
        <p:nvSpPr>
          <p:cNvPr id="10" name="Textbox9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gDIAABMOAACnPAAADBIAABAAAAAmAAAACAAAAP//////////"/>
              </a:ext>
            </a:extLst>
          </p:cNvSpPr>
          <p:nvPr/>
        </p:nvSpPr>
        <p:spPr>
          <a:xfrm>
            <a:off x="8209280" y="2287905"/>
            <a:ext cx="1650365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S.Static</a:t>
            </a:r>
          </a:p>
          <a:p>
            <a:pPr algn="ctr">
              <a:defRPr sz="1200" cap="none"/>
            </a:pPr>
            <a:r>
              <a:t>structure static data</a:t>
            </a:r>
          </a:p>
        </p:txBody>
      </p:sp>
      <p:sp>
        <p:nvSpPr>
          <p:cNvPr id="11" name="Textbox10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JCbpz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RjEAAFsUAACSNgAAVBgAABAAAAAmAAAACAAAAP//////////"/>
              </a:ext>
            </a:extLst>
          </p:cNvSpPr>
          <p:nvPr/>
        </p:nvSpPr>
        <p:spPr>
          <a:xfrm>
            <a:off x="8009890" y="3308985"/>
            <a:ext cx="861060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Scope</a:t>
            </a:r>
          </a:p>
          <a:p>
            <a:pPr algn="ctr">
              <a:defRPr sz="1200" cap="none"/>
            </a:pPr>
            <a:r>
              <a:t>static</a:t>
            </a:r>
          </a:p>
        </p:txBody>
      </p:sp>
      <p:grpSp>
        <p:nvGrpSpPr>
          <p:cNvPr id="12" name="Group1"/>
          <p:cNvGrpSpPr>
            <a:extLst>
              <a:ext uri="smNativeData">
                <pr:smNativeData xmlns:pr="smNativeData" xmlns="smNativeData" val="SMDATA_6_ZqHWaRMAAAAlAAAAAQAAAA8BAAAAkAAAAEgAAACQAAAASAAAAAAAAAAAAAAAAAAAABcAAAAUAAAAAAAAAAAAAAD/fwAA/38AAAAAAAAJAAAABAAAAN4aAAAfAAAAVAAAAAAAAAAAAAAAAAAAAAAAAAAAAAAAAAAAAAAAAAAAAAAAAAAAAAAAAAAAAAAAAAAAAAAAAAAAAAAAAAAAAAAAAAAAAAAAAAAAAAAAAAAAAAAAAAAAACEAAAAYAAAAFAAAAKkoAADFGwAATDAAAP4eAAAQAAAAJgAAAAgAAAD/////AAAAAA=="/>
              </a:ext>
            </a:extLst>
          </p:cNvGrpSpPr>
          <p:nvPr/>
        </p:nvGrpSpPr>
        <p:grpSpPr>
          <a:xfrm>
            <a:off x="6609715" y="4514215"/>
            <a:ext cx="1241425" cy="523875"/>
            <a:chOff x="6609715" y="4514215"/>
            <a:chExt cx="1241425" cy="523875"/>
          </a:xfrm>
        </p:grpSpPr>
        <p:sp>
          <p:nvSpPr>
            <p:cNvPr id="14" name="Textbox13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DSkAACkcAABMMAAA/h4AAAAAAAAmAAAACAAAAP//////////"/>
                </a:ext>
              </a:extLst>
            </p:cNvSpPr>
            <p:nvPr/>
          </p:nvSpPr>
          <p:spPr>
            <a:xfrm>
              <a:off x="6673215" y="4577715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  <p:sp>
          <p:nvSpPr>
            <p:cNvPr id="13" name="Textbox11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ID8+z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qSgAAMUbAADoLwAAmh4AAAAAAAAmAAAACAAAAP//////////"/>
                </a:ext>
              </a:extLst>
            </p:cNvSpPr>
            <p:nvPr/>
          </p:nvSpPr>
          <p:spPr>
            <a:xfrm>
              <a:off x="6609715" y="4514215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</p:grpSp>
      <p:sp>
        <p:nvSpPr>
          <p:cNvPr id="15" name="Textbox12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AzgAANEbAABCPwAAph4AABAAAAAmAAAACAAAAP//////////"/>
              </a:ext>
            </a:extLst>
          </p:cNvSpPr>
          <p:nvPr/>
        </p:nvSpPr>
        <p:spPr>
          <a:xfrm>
            <a:off x="9105265" y="4521835"/>
            <a:ext cx="1177925" cy="46037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template</a:t>
            </a:r>
          </a:p>
        </p:txBody>
      </p:sp>
      <p:sp>
        <p:nvSpPr>
          <p:cNvPr id="16" name="Textbox15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NTkAAHwgAAAQPgAAUSMAABAAAAAmAAAACAAAAP//////////"/>
              </a:ext>
            </a:extLst>
          </p:cNvSpPr>
          <p:nvPr/>
        </p:nvSpPr>
        <p:spPr>
          <a:xfrm>
            <a:off x="9299575" y="5280660"/>
            <a:ext cx="789305" cy="46037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</p:txBody>
      </p:sp>
      <p:sp>
        <p:nvSpPr>
          <p:cNvPr id="17" name="Textbox17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JI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ahQAAFsUAAC2GQAAVBgAABAAAAAmAAAACAAAAP//////////"/>
              </a:ext>
            </a:extLst>
          </p:cNvSpPr>
          <p:nvPr/>
        </p:nvSpPr>
        <p:spPr>
          <a:xfrm>
            <a:off x="3318510" y="3308985"/>
            <a:ext cx="861060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Scope</a:t>
            </a:r>
          </a:p>
          <a:p>
            <a:pPr algn="ctr">
              <a:defRPr sz="1200" cap="none"/>
            </a:pPr>
            <a:r>
              <a:t>instance</a:t>
            </a:r>
          </a:p>
        </p:txBody>
      </p:sp>
      <p:sp>
        <p:nvSpPr>
          <p:cNvPr id="18" name="Textbox18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sRsAAJAbAADwIgAAZR4AABAAAAAmAAAACAAAAP//////////"/>
              </a:ext>
            </a:extLst>
          </p:cNvSpPr>
          <p:nvPr/>
        </p:nvSpPr>
        <p:spPr>
          <a:xfrm>
            <a:off x="4501515" y="4480560"/>
            <a:ext cx="1177925" cy="46037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template</a:t>
            </a:r>
          </a:p>
        </p:txBody>
      </p:sp>
      <p:sp>
        <p:nvSpPr>
          <p:cNvPr id="19" name="Textbox19"/>
          <p:cNvSpPr txBox="1">
            <a:extLst>
              <a:ext uri="smNativeData">
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4xwAAGsgAAC+IQAAQCMAABAAAAAmAAAACAAAAP//////////"/>
              </a:ext>
            </a:extLst>
          </p:cNvSpPr>
          <p:nvPr/>
        </p:nvSpPr>
        <p:spPr>
          <a:xfrm>
            <a:off x="4695825" y="5269865"/>
            <a:ext cx="789305" cy="46037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</p:txBody>
      </p:sp>
      <p:grpSp>
        <p:nvGrpSpPr>
          <p:cNvPr id="20" name="Group3"/>
          <p:cNvGrpSpPr>
            <a:extLst>
              <a:ext uri="smNativeData">
                <pr:smNativeData xmlns:pr="smNativeData" xmlns="smNativeData" val="SMDATA_6_ZqHWaRMAAAAlAAAAAQAAAA8BAAAAkAAAAEgAAACQAAAASAAAAAAAAAAAAAAAAAAAABcAAAAUAAAAAAAAAAAAAAD/fwAA/38AAAAAAAAJAAAABAAAAF0AAAAfAAAAVAAAAAAAAAAAAAAAAAAAAAAAAAAAAAAAAAAAAAAAAAAAAAAAAAAAAAAAAAAAAAAAAAAAAAAAAAAAAAAAAAAAAAAAAAAAAAAAAAAAAAAAAAAAAAAAAAAAACEAAAAYAAAAFAAAAAgOAACcGwAAqxUAANUeAAAQAAAAJgAAAAgAAAD/////AAAAAA=="/>
              </a:ext>
            </a:extLst>
          </p:cNvGrpSpPr>
          <p:nvPr/>
        </p:nvGrpSpPr>
        <p:grpSpPr>
          <a:xfrm>
            <a:off x="2280920" y="4488180"/>
            <a:ext cx="1241425" cy="523875"/>
            <a:chOff x="2280920" y="4488180"/>
            <a:chExt cx="1241425" cy="523875"/>
          </a:xfrm>
        </p:grpSpPr>
        <p:sp>
          <p:nvSpPr>
            <p:cNvPr id="22" name="Textbox21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JD3rD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bA4AAAAcAACrFQAA1R4AAAAAAAAmAAAACAAAAP//////////"/>
                </a:ext>
              </a:extLst>
            </p:cNvSpPr>
            <p:nvPr/>
          </p:nvSpPr>
          <p:spPr>
            <a:xfrm>
              <a:off x="2344420" y="4551680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  <p:sp>
          <p:nvSpPr>
            <p:cNvPr id="21" name="Textbox20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CA4AAJwbAABHFQAAcR4AAAAAAAAmAAAACAAAAP//////////"/>
                </a:ext>
              </a:extLst>
            </p:cNvSpPr>
            <p:nvPr/>
          </p:nvSpPr>
          <p:spPr>
            <a:xfrm>
              <a:off x="2280920" y="4488180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</p:grpSp>
      <p:grpSp>
        <p:nvGrpSpPr>
          <p:cNvPr id="23" name="Group2"/>
          <p:cNvGrpSpPr>
            <a:extLst>
              <a:ext uri="smNativeData">
                <pr:smNativeData xmlns:pr="smNativeData" xmlns="smNativeData" val="SMDATA_6_ZqHWaRMAAAAlAAAAAQAAAA8BAAAAkAAAAEgAAACQAAAASAAAAAAAAAAAAAAAAAAAABcAAAAUAAAAAAAAAAAAAAD/fwAA/38AAAAAAAAJAAAABAAAABQeAjMfAAAAVAAAAAAAAAAAAAAAAAAAAAAAAAAAAAAAAAAAAAAAAAAAAAAAAAAAAAAAAAAAAAAAAAAAAAAAAAAAAAAAAAAAAAAAAAAAAAAAAAAAAAAAAAAAAAAAAAAAACEAAAAYAAAAFAAAADMNAACoJAAAaBYAAN4nAAAQAAAAJgAAAAgAAAD/////AAAAAA=="/>
              </a:ext>
            </a:extLst>
          </p:cNvGrpSpPr>
          <p:nvPr/>
        </p:nvGrpSpPr>
        <p:grpSpPr>
          <a:xfrm>
            <a:off x="2145665" y="5958840"/>
            <a:ext cx="1496695" cy="521970"/>
            <a:chOff x="2145665" y="5958840"/>
            <a:chExt cx="1496695" cy="521970"/>
          </a:xfrm>
        </p:grpSpPr>
        <p:sp>
          <p:nvSpPr>
            <p:cNvPr id="25" name="Textbox14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lA0AAAklAABoFgAA3icAAAAAAAAmAAAACAAAAP//////////"/>
                </a:ext>
              </a:extLst>
            </p:cNvSpPr>
            <p:nvPr/>
          </p:nvSpPr>
          <p:spPr>
            <a:xfrm>
              <a:off x="2207260" y="6020435"/>
              <a:ext cx="1435100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entries</a:t>
              </a:r>
            </a:p>
          </p:txBody>
        </p:sp>
        <p:sp>
          <p:nvSpPr>
            <p:cNvPr id="24" name="Textbox16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+Qx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Mw0AAKgkAAAHFgAAfScAAAAAAAAmAAAACAAAAP//////////"/>
                </a:ext>
              </a:extLst>
            </p:cNvSpPr>
            <p:nvPr/>
          </p:nvSpPr>
          <p:spPr>
            <a:xfrm>
              <a:off x="2145665" y="5958840"/>
              <a:ext cx="1435100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entries</a:t>
              </a:r>
            </a:p>
          </p:txBody>
        </p:sp>
      </p:grpSp>
      <p:grpSp>
        <p:nvGrpSpPr>
          <p:cNvPr id="26" name="Group5"/>
          <p:cNvGrpSpPr>
            <a:extLst>
              <a:ext uri="smNativeData">
                <pr:smNativeData xmlns:pr="smNativeData" xmlns="smNativeData" val="SMDATA_6_ZqHWaRMAAAAlAAAAAQAAAA8BAAAAkAAAAEgAAACQAAAASAAAAAAAAAAAAAAAAAAAABcAAAAUAAAAAAAAAAAAAAD/fwAA/38AAAAAAAAJAAAABAAAAHIGAAAfAAAAVAAAAAAAAAAAAAAAAAAAAAAAAAAAAAAAAAAAAAAAAAAAAAAAAAAAAAAAAAAAAAAAAAAAAAAAAAAAAAAAAAAAAAAAAAAAAAAAAAAAAAAAAAAAAAAAAAAAACEAAAAYAAAAFAAAAGoNAABqIAAAMRYAAHQjAAAQAAAAJgAAAAgAAAD/////AAAAAA=="/>
              </a:ext>
            </a:extLst>
          </p:cNvGrpSpPr>
          <p:nvPr/>
        </p:nvGrpSpPr>
        <p:grpSpPr>
          <a:xfrm>
            <a:off x="2180590" y="5269230"/>
            <a:ext cx="1426845" cy="494030"/>
            <a:chOff x="2180590" y="5269230"/>
            <a:chExt cx="1426845" cy="494030"/>
          </a:xfrm>
        </p:grpSpPr>
        <p:sp>
          <p:nvSpPr>
            <p:cNvPr id="28" name="Textbox26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zg0AAM4gAAAxFgAAdCMAAAAAAAAmAAAACAAAAP//////////"/>
                </a:ext>
              </a:extLst>
            </p:cNvSpPr>
            <p:nvPr/>
          </p:nvSpPr>
          <p:spPr>
            <a:xfrm>
              <a:off x="2244090" y="533273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  <p:sp>
          <p:nvSpPr>
            <p:cNvPr id="27" name="Textbox27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ag0AAGogAADNFQAAECMAAAAAAAAmAAAACAAAAP//////////"/>
                </a:ext>
              </a:extLst>
            </p:cNvSpPr>
            <p:nvPr/>
          </p:nvSpPr>
          <p:spPr>
            <a:xfrm>
              <a:off x="2180590" y="526923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</p:grpSp>
      <p:cxnSp>
        <p:nvCxnSpPr>
          <p:cNvPr id="29" name="Connector3"/>
          <p:cNvCxnSpPr>
            <a:stCxn id="18" idx="2"/>
            <a:endCxn id="19" idx="0"/>
            <a:extLst>
              <a:ext uri="smNativeData">
                <pr:smNativeData xmlns:pr="smNativeData" xmlns="smNativeData" val="SMDATA_15_ZqHWaRMAAAAlAAAADgAAAA8BAAAAkAAAAEgAAACQAAAASAAAAAAAAAAAAAAAAAAAAAEAAABQAAAAVObRwNBxAbw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UR8AAGUeAABRHwAAayAAABAAAAAmAAAACAAAAP//////////"/>
              </a:ext>
            </a:extLst>
          </p:cNvCxnSpPr>
          <p:nvPr/>
        </p:nvCxnSpPr>
        <p:spPr>
          <a:xfrm rot="16200000" flipH="1">
            <a:off x="4926330" y="5105400"/>
            <a:ext cx="328930" cy="12700"/>
          </a:xfrm>
          <a:prstGeom prst="bentConnector2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0" name="Connector4"/>
          <p:cNvCxnSpPr>
            <a:stCxn id="17" idx="2"/>
            <a:extLst>
              <a:ext uri="smNativeData">
                <pr:smNativeData xmlns:pr="smNativeData" xmlns="smNativeData" val="SMDATA_15_ZqHWaRMAAAAlAAAADgAAAA8BAAAAkAAAAEgAAACQAAAASAAAAAAAAAAAAAAAAAAAAAEAAABQAAAAAAAAAAAAAA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1hEAAFQYAAAQFwAAkBsAABAAAAAmAAAACAAAAP//////////"/>
              </a:ext>
            </a:extLst>
          </p:cNvCxnSpPr>
          <p:nvPr/>
        </p:nvCxnSpPr>
        <p:spPr>
          <a:xfrm rot="5400000">
            <a:off x="3061335" y="3792855"/>
            <a:ext cx="525780" cy="84963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1" name="Connector5"/>
          <p:cNvCxnSpPr>
            <a:stCxn id="17" idx="2"/>
            <a:endCxn id="18" idx="0"/>
            <a:extLst>
              <a:ext uri="smNativeData">
                <pr:smNativeData xmlns:pr="smNativeData" xmlns="smNativeData" val="SMDATA_15_ZqHWaRMAAAAlAAAADgAAAA8BAAAAkAAAAEgAAACQAAAASAAAAAAAAAAAAAAAAAAAAAEAAABQAAAAKgs9ranT9Ts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EBcAAFQYAABRHwAAkBsAABAAAAAmAAAACAAAAP//////////"/>
              </a:ext>
            </a:extLst>
          </p:cNvCxnSpPr>
          <p:nvPr/>
        </p:nvCxnSpPr>
        <p:spPr>
          <a:xfrm rot="16200000" flipH="1">
            <a:off x="4156710" y="3547110"/>
            <a:ext cx="525780" cy="1341755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2" name="Connector6"/>
          <p:cNvCxnSpPr>
            <a:stCxn id="7" idx="1"/>
            <a:endCxn id="17" idx="3"/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thkAAFgWAADxIAAAWBYAABAAAAAmAAAACAAAAP//////////"/>
              </a:ext>
            </a:extLst>
          </p:cNvCxnSpPr>
          <p:nvPr/>
        </p:nvCxnSpPr>
        <p:spPr>
          <a:xfrm rot="5400000">
            <a:off x="4766945" y="3044825"/>
            <a:ext cx="12700" cy="117538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3" name="Connector7"/>
          <p:cNvCxnSpPr>
            <a:stCxn id="7" idx="3"/>
            <a:endCxn id="11" idx="1"/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FgWAABGMQAAWBYAABAAAAAmAAAACAAAAP//////////"/>
              </a:ext>
            </a:extLst>
          </p:cNvCxnSpPr>
          <p:nvPr/>
        </p:nvCxnSpPr>
        <p:spPr>
          <a:xfrm rot="16200000" flipH="1">
            <a:off x="7507605" y="3129915"/>
            <a:ext cx="12700" cy="100457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4" name="Connector8"/>
          <p:cNvCxnSpPr>
            <a:stCxn id="11" idx="2"/>
            <a:extLst>
              <a:ext uri="smNativeData">
                <pr:smNativeData xmlns:pr="smNativeData" xmlns="smNativeData" val="SMDATA_15_ZqHWaRMAAAAlAAAADgAAAA8BAAAAkAAAAEgAAACQAAAASAAAAAAAAAAAAAAAAAAAAAEAAABQAAAAIlGJdd5YUr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SSwAAFQYAADsMwAA0RsAABAAAAAmAAAACAAAAP//////////"/>
              </a:ext>
            </a:extLst>
          </p:cNvCxnSpPr>
          <p:nvPr/>
        </p:nvCxnSpPr>
        <p:spPr>
          <a:xfrm rot="5400000">
            <a:off x="7536180" y="3617595"/>
            <a:ext cx="567055" cy="1241425"/>
          </a:xfrm>
          <a:prstGeom prst="bentConnector3">
            <a:avLst>
              <a:gd name="adj1" fmla="val 4994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5" name="Connector9"/>
          <p:cNvCxnSpPr>
            <a:stCxn id="11" idx="2"/>
            <a:endCxn id="15" idx="0"/>
            <a:extLst>
              <a:ext uri="smNativeData">
                <pr:smNativeData xmlns:pr="smNativeData" xmlns="smNativeData" val="SMDATA_15_ZqHWaRMAAAAlAAAADgAAAA8BAAAAkAAAAEgAAACQAAAASAAAAAAAAAAAAAAAAAAAAAEAAABQAAAAIFGJdd5YUr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7DMAAFQYAACjOwAA0RsAABAAAAAmAAAACAAAAP//////////"/>
              </a:ext>
            </a:extLst>
          </p:cNvCxnSpPr>
          <p:nvPr/>
        </p:nvCxnSpPr>
        <p:spPr>
          <a:xfrm rot="16200000" flipH="1">
            <a:off x="8783955" y="3611245"/>
            <a:ext cx="567055" cy="1254125"/>
          </a:xfrm>
          <a:prstGeom prst="bentConnector3">
            <a:avLst>
              <a:gd name="adj1" fmla="val 4994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6" name="Connector11"/>
          <p:cNvCxnSpPr>
            <a:stCxn id="15" idx="2"/>
            <a:endCxn id="16" idx="0"/>
            <a:extLst>
              <a:ext uri="smNativeData">
                <pr:smNativeData xmlns:pr="smNativeData" xmlns="smNativeData" val="SMDATA_15_ZqHWaRMAAAAlAAAADQAAAA8BAAAAkAAAAEgAAACQAAAASAAAAAAAAAAAAAAAAAAAAAEAAABQAAAAU01UIIFqDDw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ozsAAKYeAACjOwAAfCAAABAAAAAmAAAACAAAAP//////////"/>
              </a:ext>
            </a:extLst>
          </p:cNvCxnSpPr>
          <p:nvPr/>
        </p:nvCxnSpPr>
        <p:spPr>
          <a:xfrm rot="16200000" flipH="1">
            <a:off x="9545320" y="5131435"/>
            <a:ext cx="298450" cy="1270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7" name="Connector12"/>
          <p:cNvCxnSpPr>
            <a:stCxn id="2" idx="2"/>
            <a:endCxn id="7" idx="0"/>
            <a:extLst>
              <a:ext uri="smNativeData">
                <pr:smNativeData xmlns:pr="smNativeData" xmlns="smNativeData" val="SMDATA_15_ZqHWaRMAAAAlAAAADgAAAA8BAAAAkAAAAEgAAACQAAAASAAAAAAAAAAAAAAAAAAAAAEAAABQAAAA9uN+f2jSSb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CYAAPYQAAAEJgAAWxQAABAAAAAmAAAACAAAAP//////////"/>
              </a:ext>
            </a:extLst>
          </p:cNvCxnSpPr>
          <p:nvPr/>
        </p:nvCxnSpPr>
        <p:spPr>
          <a:xfrm rot="16200000" flipH="1">
            <a:off x="5904230" y="3032760"/>
            <a:ext cx="551815" cy="12700"/>
          </a:xfrm>
          <a:prstGeom prst="bentConnector2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8" name="Connector13"/>
          <p:cNvCxnSpPr>
            <a:stCxn id="7" idx="3"/>
            <a:endCxn id="10" idx="1"/>
            <a:extLst>
              <a:ext uri="smNativeData">
                <pr:smNativeData xmlns:pr="smNativeData" xmlns="smNativeData" val="SMDATA_15_ZqHWaRMAAAAlAAAADgAAAA8BAAAAkAAAAEgAAACQAAAASAAAAAAAAAAAAAAAAAAAAAEAAABQAAAAAAAAAAAAAA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BAQAACAMgAAWBYAABAAAAAmAAAACAAAAP//////////"/>
              </a:ext>
            </a:extLst>
          </p:cNvCxnSpPr>
          <p:nvPr/>
        </p:nvCxnSpPr>
        <p:spPr>
          <a:xfrm flipV="1">
            <a:off x="7005320" y="2611120"/>
            <a:ext cx="1203960" cy="102108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9" name="Connector14"/>
          <p:cNvCxnSpPr>
            <a:stCxn id="7" idx="3"/>
            <a:endCxn id="8" idx="1"/>
            <a:extLst>
              <a:ext uri="smNativeData">
                <pr:smNativeData xmlns:pr="smNativeData" xmlns="smNativeData" val="SMDATA_15_ZqHWaRMAAAAlAAAADgAAAA8BAAAAkAAAAEgAAACQAAAASAAAAAAAAAAAAAAAAAAAAAEAAABQAAAA+cV9/AlGQb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HEJAACBMgAAWBYAABAAAAAmAAAACAAAAP//////////"/>
              </a:ext>
            </a:extLst>
          </p:cNvCxnSpPr>
          <p:nvPr/>
        </p:nvCxnSpPr>
        <p:spPr>
          <a:xfrm flipV="1">
            <a:off x="7005320" y="1534795"/>
            <a:ext cx="1204595" cy="2097405"/>
          </a:xfrm>
          <a:prstGeom prst="bentConnector3">
            <a:avLst>
              <a:gd name="adj1" fmla="val 4997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0" name="Connector15"/>
          <p:cNvCxnSpPr>
            <a:stCxn id="8" idx="0"/>
            <a:endCxn id="9" idx="2"/>
            <a:extLst>
              <a:ext uri="smNativeData">
                <pr:smNativeData xmlns:pr="smNativeData" xmlns="smNativeData" val="SMDATA_15_ZqHWaRMAAAAlAAAADgAAAA8BAAAAkAAAAEgAAACQAAAASAAAAAAAAAAAAAAAAAAAAAEAAABQAAAAk5SHCfa4Wz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sTYAAJYFAACzNgAA5QcAABAAAAAmAAAACAAAAP//////////"/>
              </a:ext>
            </a:extLst>
          </p:cNvCxnSpPr>
          <p:nvPr/>
        </p:nvCxnSpPr>
        <p:spPr>
          <a:xfrm rot="5400000" flipH="1">
            <a:off x="8703945" y="1094740"/>
            <a:ext cx="375285" cy="1270"/>
          </a:xfrm>
          <a:prstGeom prst="bentConnector3">
            <a:avLst>
              <a:gd name="adj1" fmla="val 50085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1" name="Connector16"/>
          <p:cNvCxnSpPr>
            <a:stCxn id="2" idx="0"/>
            <a:endCxn id="6" idx="2"/>
            <a:extLst>
              <a:ext uri="smNativeData">
                <pr:smNativeData xmlns:pr="smNativeData" xmlns="smNativeData" val="SMDATA_15_ZqHWaRMAAAAlAAAADgAAAA8BAAAAkAAAAEgAAACQAAAASAAAAAAAAAAAAAAAAAAAAAEAAABQAAAAhLEZLP23+7s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Y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CYAAHEKAAAGJgAA/QwAABAAAAAmAAAACAAAAP//////////"/>
              </a:ext>
            </a:extLst>
          </p:cNvCxnSpPr>
          <p:nvPr/>
        </p:nvCxnSpPr>
        <p:spPr>
          <a:xfrm rot="16200000">
            <a:off x="5973445" y="1903730"/>
            <a:ext cx="414020" cy="127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2" name="Connector23"/>
          <p:cNvCxnSpPr>
            <a:stCxn id="3" idx="0"/>
            <a:endCxn id="4" idx="3"/>
            <a:extLst>
              <a:ext uri="smNativeData">
                <pr:smNativeData xmlns:pr="smNativeData" xmlns="smNativeData" val="SMDATA_15_ZqHWaRMAAAAlAAAADwAAAA8BAAAAkAAAAEgAAACQAAAASAAAAAAAAAAAAAAAAAAAAAEAAABQAAAAXqfsgsWR3L8rL7VBsjQCQA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VhgAAI8IAABpGwAAAQ0AABAAAAAmAAAACAAAAP//////////"/>
              </a:ext>
            </a:extLst>
          </p:cNvCxnSpPr>
          <p:nvPr/>
        </p:nvCxnSpPr>
        <p:spPr>
          <a:xfrm rot="16200000">
            <a:off x="3844925" y="1502410"/>
            <a:ext cx="722630" cy="499745"/>
          </a:xfrm>
          <a:prstGeom prst="curvedConnector4">
            <a:avLst>
              <a:gd name="adj1" fmla="val 27680"/>
              <a:gd name="adj2" fmla="val 163787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3" name="Connector22"/>
          <p:cNvCxnSpPr>
            <a:stCxn id="2" idx="2"/>
            <a:endCxn id="16" idx="3"/>
            <a:extLst>
              <a:ext uri="smNativeData">
                <pr:smNativeData xmlns:pr="smNativeData" xmlns="smNativeData" val="SMDATA_15_ZqHWaRMAAAAlAAAADwAAAA8BAAAAkAAAAEgAAACQAAAASAAAAAAAAAAAAAAAAAAAAAEAAABQAAAAbeCGQwi05r9vsApdqUj3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SYAAPYQAAAQPgAA5yEAABAAAAAmAAAACAAAAP//////////"/>
              </a:ext>
            </a:extLst>
          </p:cNvCxnSpPr>
          <p:nvPr/>
        </p:nvCxnSpPr>
        <p:spPr>
          <a:xfrm rot="16200000" flipH="1">
            <a:off x="6757670" y="2179955"/>
            <a:ext cx="2753995" cy="3908425"/>
          </a:xfrm>
          <a:prstGeom prst="curvedConnector4">
            <a:avLst>
              <a:gd name="adj1" fmla="val 14526"/>
              <a:gd name="adj2" fmla="val 122762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4" name="Connector20"/>
          <p:cNvCxnSpPr>
            <a:stCxn id="2" idx="2"/>
            <a:endCxn id="19" idx="1"/>
            <a:extLst>
              <a:ext uri="smNativeData">
                <pr:smNativeData xmlns:pr="smNativeData" xmlns="smNativeData" val="SMDATA_15_ZqHWaRMAAAAlAAAADwAAAA8BAAAAkAAAAEgAAACQAAAASAAAAAAAAAAAAAAAAAAAAAEAAABQAAAA4m9TjBr+5L+ev8Vpzfb5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4xwAAPYQAAAEJgAA1iEAABAAAAAmAAAACAAAAP//////////"/>
              </a:ext>
            </a:extLst>
          </p:cNvCxnSpPr>
          <p:nvPr/>
        </p:nvCxnSpPr>
        <p:spPr>
          <a:xfrm rot="5400000">
            <a:off x="4066540" y="3386455"/>
            <a:ext cx="2743200" cy="1483995"/>
          </a:xfrm>
          <a:prstGeom prst="curvedConnector4">
            <a:avLst>
              <a:gd name="adj1" fmla="val 17199"/>
              <a:gd name="adj2" fmla="val 131138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5" name="Connector24"/>
          <p:cNvCxnSpPr>
            <a:stCxn id="2" idx="2"/>
            <a:extLst>
              <a:ext uri="smNativeData">
                <pr:smNativeData xmlns:pr="smNativeData" xmlns="smNativeData" val="SMDATA_15_ZqHWaRMAAAAlAAAADwAAAA8BAAAAkAAAAEgAAACQAAAASAAAAAAAAAAAAAAAAAAAAAEAAABQAAAAQtr79nGI5r8qniQtlC/2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Yw0AAPYQAAAFJgAAmSEAABAAAAAmAAAACAAAAP//////////"/>
              </a:ext>
            </a:extLst>
          </p:cNvCxnSpPr>
          <p:nvPr/>
        </p:nvCxnSpPr>
        <p:spPr>
          <a:xfrm rot="5400000">
            <a:off x="2825750" y="2107565"/>
            <a:ext cx="2704465" cy="4004310"/>
          </a:xfrm>
          <a:prstGeom prst="curvedConnector4">
            <a:avLst>
              <a:gd name="adj1" fmla="val 14792"/>
              <a:gd name="adj2" fmla="val 119331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6" name="Connector21"/>
          <p:cNvCxnSpPr>
            <a:stCxn id="7" idx="3"/>
            <a:endCxn id="2" idx="3"/>
            <a:extLst>
              <a:ext uri="smNativeData">
                <pr:smNativeData xmlns:pr="smNativeData" xmlns="smNativeData" val="SMDATA_15_ZqHWaRMAAAAlAAAADwAAAA8BAAAAkAAAAEgAAACQAAAASAAAAAAAAAAAAAAAAAAAAAEAAABQAAAAAAAAAAAAFE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PoOAAD6KwAAWBYAABAAAAAmAAAACAAAAP//////////"/>
              </a:ext>
            </a:extLst>
          </p:cNvCxnSpPr>
          <p:nvPr/>
        </p:nvCxnSpPr>
        <p:spPr>
          <a:xfrm flipV="1">
            <a:off x="7005320" y="2434590"/>
            <a:ext cx="143510" cy="1197610"/>
          </a:xfrm>
          <a:prstGeom prst="curvedConnector3">
            <a:avLst>
              <a:gd name="adj1" fmla="val 300000"/>
            </a:avLst>
          </a:prstGeom>
          <a:noFill/>
          <a:ln w="127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cxnSp>
      <p:cxnSp>
        <p:nvCxnSpPr>
          <p:cNvPr id="47" name="Connector19"/>
          <p:cNvCxnSpPr>
            <a:stCxn id="3" idx="2"/>
            <a:endCxn id="2" idx="1"/>
            <a:extLst>
              <a:ext uri="smNativeData">
                <pr:smNativeData xmlns:pr="smNativeData" xmlns="smNativeData" val="SMDATA_15_ZqHWaRMAAAAlAAAADwAAAA8BAAAAkAAAAEgAAACQAAAASAAAAAAAAAAAAAAAAAAAAAEAAABQAAAAAAAAAACABMA3jx60mcXa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VhgAAPoOAAAPIAAA+hAAABAAAAAmAAAACAAAAP//////////"/>
              </a:ext>
            </a:extLst>
          </p:cNvCxnSpPr>
          <p:nvPr/>
        </p:nvCxnSpPr>
        <p:spPr>
          <a:xfrm rot="16200000">
            <a:off x="4420870" y="1969770"/>
            <a:ext cx="325120" cy="1255395"/>
          </a:xfrm>
          <a:prstGeom prst="curvedConnector4">
            <a:avLst>
              <a:gd name="adj1" fmla="val -78125"/>
              <a:gd name="adj2" fmla="val 70916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8" name="Connector25"/>
          <p:cNvCxnSpPr>
            <a:stCxn id="3" idx="3"/>
            <a:endCxn id="2" idx="1"/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hxwAAPoOAAAPIAAA/g4AABAAAAAmAAAACAAAAP//////////"/>
              </a:ext>
            </a:extLst>
          </p:cNvCxnSpPr>
          <p:nvPr/>
        </p:nvCxnSpPr>
        <p:spPr>
          <a:xfrm rot="16200000">
            <a:off x="4923155" y="2148840"/>
            <a:ext cx="2540" cy="57404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9" name="Connector17"/>
          <p:cNvCxnSpPr>
            <a:stCxn id="3" idx="1"/>
            <a:endCxn id="5" idx="3"/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7xEAAP4OAAAkFAAAAQ8AABAAAAAmAAAACAAAAP//////////"/>
              </a:ext>
            </a:extLst>
          </p:cNvCxnSpPr>
          <p:nvPr/>
        </p:nvCxnSpPr>
        <p:spPr>
          <a:xfrm rot="5400000">
            <a:off x="3093720" y="2258695"/>
            <a:ext cx="1905" cy="35877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0" name="Connector18"/>
          <p:cNvCxnSpPr>
            <a:stCxn id="3" idx="0"/>
            <a:endCxn id="4" idx="2"/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UhgAAIsKAABWGAAAAQ0AABAAAAAmAAAACAAAAP//////////"/>
              </a:ext>
            </a:extLst>
          </p:cNvCxnSpPr>
          <p:nvPr/>
        </p:nvCxnSpPr>
        <p:spPr>
          <a:xfrm rot="5400000" flipH="1">
            <a:off x="3754755" y="1912620"/>
            <a:ext cx="400050" cy="254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grpSp>
        <p:nvGrpSpPr>
          <p:cNvPr id="51" name="Group6"/>
          <p:cNvGrpSpPr>
            <a:extLst>
              <a:ext uri="smNativeData">
                <pr:smNativeData xmlns:pr="smNativeData" xmlns="smNativeData" val="SMDATA_6_ZqHWaRMAAAAlAAAAAQAAAA8BAAAAkAAAAEgAAACQAAAASAAAAAAAAAAAAAAAAAAAABcAAAAUAAAAAAAAAAAAAAD/fwAA/38AAAAAAAAJAAAABAAAAA8AAAAfAAAAVAAAAAAAAAAAAAAAAAAAAAAAAAAAAAAAAAAAAAAAAAAAAAAAAAAAAAAAAAAAAAAAAAAAAAAAAAAAAAAAAAAAAAAAAAAAAAAAAAAAAAAAAAAAAAAAAAAAACEAAAAYAAAAFAAAABooAACqIAAA4TAAALQjAAAQAAAAJgAAAAgAAAD/////AAAAAA=="/>
              </a:ext>
            </a:extLst>
          </p:cNvGrpSpPr>
          <p:nvPr/>
        </p:nvGrpSpPr>
        <p:grpSpPr>
          <a:xfrm>
            <a:off x="6518910" y="5309870"/>
            <a:ext cx="1426845" cy="494030"/>
            <a:chOff x="6518910" y="5309870"/>
            <a:chExt cx="1426845" cy="494030"/>
          </a:xfrm>
        </p:grpSpPr>
        <p:sp>
          <p:nvSpPr>
            <p:cNvPr id="53" name="Textbox24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figAAA4hAADhMAAAtCMAAAAAAAAmAAAACAAAAP//////////"/>
                </a:ext>
              </a:extLst>
            </p:cNvSpPr>
            <p:nvPr/>
          </p:nvSpPr>
          <p:spPr>
            <a:xfrm>
              <a:off x="6582410" y="537337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  <p:sp>
          <p:nvSpPr>
            <p:cNvPr id="52" name="Textbox25"/>
            <p:cNvSpPr txBox="1">
              <a:extLst>
                <a:ext uri="smNativeData">
                  <pr:smNativeData xmlns:pr="smNativeData" xmlns="smNativeData" val="SMDATA_15_Zq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GigAAKogAAB9MAAAUCMAAAAAAAAmAAAACAAAAP//////////"/>
                </a:ext>
              </a:extLst>
            </p:cNvSpPr>
            <p:nvPr/>
          </p:nvSpPr>
          <p:spPr>
            <a:xfrm>
              <a:off x="6518910" y="530987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</p:grpSp>
      <p:cxnSp>
        <p:nvCxnSpPr>
          <p:cNvPr id="54" name="Connector1"/>
          <p:cNvCxnSpPr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ED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SsAAJoeAACEKwAAqiAAABAAAAAmAAAACAAAAP//////////"/>
              </a:ext>
            </a:extLst>
          </p:cNvCxnSpPr>
          <p:nvPr/>
        </p:nvCxnSpPr>
        <p:spPr>
          <a:xfrm rot="16200000" flipH="1">
            <a:off x="6905625" y="5140960"/>
            <a:ext cx="335280" cy="190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5" name="Connector2"/>
          <p:cNvCxnSpPr>
            <a:stCxn id="21" idx="2"/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qBEAAHEeAACpEQAAaiAAABAAAAAmAAAACAAAAP//////////"/>
              </a:ext>
            </a:extLst>
          </p:cNvCxnSpPr>
          <p:nvPr/>
        </p:nvCxnSpPr>
        <p:spPr>
          <a:xfrm rot="16200000" flipH="1">
            <a:off x="2710180" y="5108575"/>
            <a:ext cx="320675" cy="63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6" name="Connector10"/>
          <p:cNvCxnSpPr>
            <a:extLst>
              <a:ext uri="smNativeData">
                <pr:smNativeData xmlns:pr="smNativeData" xmlns="smNativeData" val="SMDATA_15_Zq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qBEAABAjAACpEQAAqCQAABAAAAAmAAAACAAAAP//////////"/>
              </a:ext>
            </a:extLst>
          </p:cNvCxnSpPr>
          <p:nvPr/>
        </p:nvCxnSpPr>
        <p:spPr>
          <a:xfrm rot="16200000" flipH="1">
            <a:off x="2741295" y="5828665"/>
            <a:ext cx="259080" cy="63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sp>
        <p:nvSpPr>
          <p:cNvPr id="57" name="Textbox23"/>
          <p:cNvSpPr txBox="1">
            <a:extLst>
              <a:ext uri="smNativeData">
                <pr:smNativeData xmlns:pr="smNativeData" xmlns="smNativeData" val="SMDATA_15_Zq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XD8AAFQiAAA4SAAAZCcAABAgAAAmAAAACAAAAP//////////"/>
              </a:ext>
            </a:extLst>
          </p:cNvSpPr>
          <p:nvPr/>
        </p:nvSpPr>
        <p:spPr>
          <a:xfrm>
            <a:off x="10299700" y="5580380"/>
            <a:ext cx="144018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sz="1200" cap="none"/>
            </a:pPr>
            <a:r>
              <a:t>This table holds the same objects as the one used for static variables</a:t>
            </a:r>
          </a:p>
        </p:txBody>
      </p:sp>
      <p:sp>
        <p:nvSpPr>
          <p:cNvPr id="58" name="Textbox28"/>
          <p:cNvSpPr txBox="1">
            <a:extLst>
              <a:ext uri="smNativeData">
                <pr:smNativeData xmlns:pr="smNativeData" xmlns="smNativeData" val="SMDATA_15_Zq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OQEAAM4iAADRCwAA3icAABAgAAAmAAAACAAAAP//////////"/>
              </a:ext>
            </a:extLst>
          </p:cNvSpPr>
          <p:nvPr/>
        </p:nvSpPr>
        <p:spPr>
          <a:xfrm>
            <a:off x="198755" y="5657850"/>
            <a:ext cx="1722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sz="1200" cap="none"/>
            </a:pPr>
            <a:r>
              <a:t>A member holds an explicit reference to the class entry, but has ownership of the object </a:t>
            </a:r>
          </a:p>
        </p:txBody>
      </p:sp>
      <p:cxnSp>
        <p:nvCxnSpPr>
          <p:cNvPr id="59" name="Connector26"/>
          <p:cNvCxnSpPr>
            <a:extLst>
              <a:ext uri="smNativeData">
                <pr:smNativeData xmlns:pr="smNativeData" xmlns="smNativeData" val="SMDATA_15_ZqHWaRMAAAAlAAAADwAAAA8BAAAAkAAAAEgAAACQAAAASAAAAAAAAAAAAAAAAAAAAAEAAABQAAAAa6211lprGc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2RUAAL0hAAB0FgAAdCYAABAAAAAmAAAACAAAAP//////////"/>
              </a:ext>
            </a:extLst>
          </p:cNvCxnSpPr>
          <p:nvPr/>
        </p:nvCxnSpPr>
        <p:spPr>
          <a:xfrm rot="10800000">
            <a:off x="3551555" y="5484495"/>
            <a:ext cx="98425" cy="766445"/>
          </a:xfrm>
          <a:prstGeom prst="curvedConnector3">
            <a:avLst>
              <a:gd name="adj1" fmla="val -267742"/>
            </a:avLst>
          </a:prstGeom>
          <a:noFill/>
          <a:ln w="127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cleong</cp:lastModifiedBy>
  <cp:revision>0</cp:revision>
  <dcterms:created xsi:type="dcterms:W3CDTF">2026-04-07T18:59:39Z</dcterms:created>
  <dcterms:modified xsi:type="dcterms:W3CDTF">2026-04-08T18:41:42Z</dcterms:modified>
</cp:coreProperties>
</file>