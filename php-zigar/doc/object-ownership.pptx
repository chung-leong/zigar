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7" r:id="rId6"/>
    <p:sldId id="256" r:id="rId7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75673581" val="1230" rev64="64" revOS="3"/>
      <pr:smFileRevision xmlns:pr="smNativeData" xmlns="smNativeData" dt="1775673581" val="101"/>
      <pr:guideOptions xmlns:pr="smNativeData" xmlns="smNativeData" dt="1775673581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98" d="100"/>
          <a:sy n="98" d="100"/>
        </p:scale>
        <p:origin x="3795" y="214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" d="100"/>
        <a:sy n="1" d="100"/>
      </p:scale>
      <p:origin x="0" y="0"/>
    </p:cViewPr>
  </p:sorterViewPr>
  <p:notesViewPr>
    <p:cSldViewPr snapToObjects="1" showGuides="1">
      <p:cViewPr>
        <p:scale>
          <a:sx n="98" d="100"/>
          <a:sy n="98" d="100"/>
        </p:scale>
        <p:origin x="3795" y="214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4FF01712-5CA2-A5E1-EC48-AAB459061AFF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65A3423A-7488-F6B4-C61B-82E10C5530D7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69BDC9B9-F784-E83F-CA05-016A874B3C54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C000438-76F1-55F2-BFB8-80A74AF649D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F3FF9B4-FAF2-6A0F-BC87-0C5AB7C94A59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5A1F8A31-7FB7-4A7C-F9A7-8929C4E90FDC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490CEAED-A3A4-591C-EAB4-5549A4FA1C00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C7D8877-39D1-287E-9FC5-CF2BC68B699A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D80004B-05C0-D5F6-8E38-F3A34E7678A6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7D363FCC-8290-63C9-DE8E-749C71C02821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A4810B-45E0-F177-AE1C-B322CF5258E6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1996BDC-92DC-CC9D-9221-64C8256F6431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63B8F16D-238E-ED07-C000-D552BF4E3680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528B5113-5DBF-DEA7-F133-ABF21F7D07FE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1C0AF25-6BCC-9559-8278-9D0CE13674C8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65B799D9-9788-E26F-C60F-613AD7413034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8843BDD-93E5-D1CD-AB3C-659875725D30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743B99ED-A399-6E6F-D783-553AD7CD2100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426D1226-68AF-38E4-E1D5-9EB15C9B17C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62202A29-678F-75DC-C198-918964D637C4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2FA06291-DFC2-F594-8C18-29C12C567A7C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875E0-AED2-4D83-9CA0-58D63BEE6A0D}" type="slidenum">
              <a:t/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06D32DB8-F6EB-86DB-A56B-008E63255355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7aD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2850A038-76C5-0556-8BE8-8003EEA67DD5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7aD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DUNAABpNQAAdQ8AAAAgAAAmAAAACAAAAP//////////"/>
              </a:ext>
            </a:extLst>
          </p:cNvSpPr>
          <p:nvPr/>
        </p:nvSpPr>
        <p:spPr>
          <a:xfrm>
            <a:off x="5668645" y="2146935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Strong reference (ownership)</a:t>
            </a:r>
          </a:p>
        </p:txBody>
      </p:sp>
      <p:sp>
        <p:nvSpPr>
          <p:cNvPr id="3" name="Textbox2"/>
          <p:cNvSpPr txBox="1">
            <a:extLst>
              <a:ext uri="smNativeData">
                <pr:smNativeData xmlns:pr="smNativeData" xmlns="smNativeData" val="SMDATA_15_7aD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Ek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O4QAABpNQAALhMAAAAgAAAmAAAACAAAAP//////////"/>
              </a:ext>
            </a:extLst>
          </p:cNvSpPr>
          <p:nvPr/>
        </p:nvSpPr>
        <p:spPr>
          <a:xfrm>
            <a:off x="5668645" y="2752090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Weak reference</a:t>
            </a:r>
          </a:p>
        </p:txBody>
      </p:sp>
      <p:sp>
        <p:nvSpPr>
          <p:cNvPr id="4" name="Textbox3"/>
          <p:cNvSpPr txBox="1">
            <a:extLst>
              <a:ext uri="smNativeData">
                <pr:smNativeData xmlns:pr="smNativeData" xmlns="smNativeData" val="SMDATA_15_7aD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KcUAABpNQAA5xYAAAAgAAAmAAAACAAAAP//////////"/>
              </a:ext>
            </a:extLst>
          </p:cNvSpPr>
          <p:nvPr/>
        </p:nvSpPr>
        <p:spPr>
          <a:xfrm>
            <a:off x="5668645" y="3357245"/>
            <a:ext cx="301371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Garbage collection reporting</a:t>
            </a:r>
          </a:p>
        </p:txBody>
      </p:sp>
      <p:sp>
        <p:nvSpPr>
          <p:cNvPr id="5" name="Line1"/>
          <p:cNvSpPr>
            <a:extLst>
              <a:ext uri="smNativeData">
                <pr:smNativeData xmlns:pr="smNativeData" xmlns="smNativeData" val="SMDATA_15_7aD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I8OAACqIAAAkQ4AAAAAAAAmAAAACAAAAP//////////"/>
              </a:ext>
            </a:extLst>
          </p:cNvSpPr>
          <p:nvPr/>
        </p:nvSpPr>
        <p:spPr>
          <a:xfrm>
            <a:off x="3444240" y="2366645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sp>
      <p:sp>
        <p:nvSpPr>
          <p:cNvPr id="6" name="Line2"/>
          <p:cNvSpPr>
            <a:extLst>
              <a:ext uri="smNativeData">
                <pr:smNativeData xmlns:pr="smNativeData" xmlns="smNativeData" val="SMDATA_15_7aD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C5/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BkSAACqIAAAGxIAAAAAAAAmAAAACAAAAP//////////"/>
              </a:ext>
            </a:extLst>
          </p:cNvSpPr>
          <p:nvPr/>
        </p:nvSpPr>
        <p:spPr>
          <a:xfrm>
            <a:off x="3444240" y="2941955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sp>
      <p:sp>
        <p:nvSpPr>
          <p:cNvPr id="7" name="Line3"/>
          <p:cNvSpPr>
            <a:extLst>
              <a:ext uri="smNativeData">
                <pr:smNativeData xmlns:pr="smNativeData" xmlns="smNativeData" val="SMDATA_15_7aDWaRMAAAAlAAAAC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B/S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MBUAABAWAACqIAAAEhYAAAAAAAAmAAAACAAAAP//////////"/>
              </a:ext>
            </a:extLst>
          </p:cNvSpPr>
          <p:nvPr/>
        </p:nvSpPr>
        <p:spPr>
          <a:xfrm>
            <a:off x="3444240" y="3586480"/>
            <a:ext cx="1865630" cy="1270"/>
          </a:xfrm>
          <a:prstGeom prst="line">
            <a:avLst/>
          </a:prstGeom>
          <a:noFill/>
          <a:ln w="635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DyAAAP0MAAD6KwAA9hAAABAAAAAmAAAACAAAAP//////////"/>
              </a:ext>
            </a:extLst>
          </p:cNvSpPr>
          <p:nvPr/>
        </p:nvSpPr>
        <p:spPr>
          <a:xfrm>
            <a:off x="5211445" y="2111375"/>
            <a:ext cx="193738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ZigObject(Class(S))</a:t>
            </a:r>
          </a:p>
          <a:p>
            <a:pPr algn="ctr">
              <a:defRPr sz="1200" cap="none"/>
            </a:pPr>
            <a:r>
              <a:t>class object</a:t>
            </a:r>
          </a:p>
        </p:txBody>
      </p:sp>
      <p:sp>
        <p:nvSpPr>
          <p:cNvPr id="3" name="Textbox2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4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JBQAAAENAACHHAAA+hAAABAAAAAmAAAACAAAAP//////////"/>
              </a:ext>
            </a:extLst>
          </p:cNvSpPr>
          <p:nvPr/>
        </p:nvSpPr>
        <p:spPr>
          <a:xfrm>
            <a:off x="3274060" y="2113915"/>
            <a:ext cx="136334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ZigObject(S)</a:t>
            </a:r>
          </a:p>
          <a:p>
            <a:pPr algn="ctr">
              <a:defRPr sz="1200" cap="none"/>
            </a:pPr>
            <a:r>
              <a:t>structure instance</a:t>
            </a:r>
          </a:p>
        </p:txBody>
      </p:sp>
      <p:sp>
        <p:nvSpPr>
          <p:cNvPr id="4" name="Textbox3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OxUAAJIGAABpGwAAiwoAABAAAAAmAAAACAAAAP//////////"/>
              </a:ext>
            </a:extLst>
          </p:cNvSpPr>
          <p:nvPr/>
        </p:nvSpPr>
        <p:spPr>
          <a:xfrm>
            <a:off x="3451225" y="1068070"/>
            <a:ext cx="100457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child objects</a:t>
            </a:r>
          </a:p>
        </p:txBody>
      </p:sp>
      <p:sp>
        <p:nvSpPr>
          <p:cNvPr id="5" name="Textbox4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EBAQ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wQsAAIgNAADvEQAAehAAABAAAAAmAAAACAAAAP//////////"/>
              </a:ext>
            </a:extLst>
          </p:cNvSpPr>
          <p:nvPr/>
        </p:nvSpPr>
        <p:spPr>
          <a:xfrm>
            <a:off x="1910715" y="2199640"/>
            <a:ext cx="1004570" cy="47879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buffer</a:t>
            </a:r>
          </a:p>
        </p:txBody>
      </p:sp>
      <p:sp>
        <p:nvSpPr>
          <p:cNvPr id="6" name="Textbox5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IAAHgGAACOKQAAcQoAABAAAAAmAAAACAAAAP//////////"/>
              </a:ext>
            </a:extLst>
          </p:cNvSpPr>
          <p:nvPr/>
        </p:nvSpPr>
        <p:spPr>
          <a:xfrm>
            <a:off x="5607050" y="1051560"/>
            <a:ext cx="114808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static variables</a:t>
            </a:r>
          </a:p>
        </p:txBody>
      </p:sp>
      <p:sp>
        <p:nvSpPr>
          <p:cNvPr id="7" name="Textbox6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8SAAAFsUAAAYKwAAVBgAABAAAAAmAAAACAAAAP//////////"/>
              </a:ext>
            </a:extLst>
          </p:cNvSpPr>
          <p:nvPr/>
        </p:nvSpPr>
        <p:spPr>
          <a:xfrm>
            <a:off x="5354955" y="330898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ZigClassEntry</a:t>
            </a:r>
          </a:p>
          <a:p>
            <a:pPr algn="ctr">
              <a:defRPr sz="1200" cap="none"/>
            </a:pPr>
            <a:r>
              <a:t>class entry</a:t>
            </a:r>
          </a:p>
        </p:txBody>
      </p:sp>
      <p:sp>
        <p:nvSpPr>
          <p:cNvPr id="8" name="Textbox7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TIAAOUHAADkOgAA/AoAABAAAAAmAAAACAAAAP//////////"/>
              </a:ext>
            </a:extLst>
          </p:cNvSpPr>
          <p:nvPr/>
        </p:nvSpPr>
        <p:spPr>
          <a:xfrm>
            <a:off x="8209915" y="1283335"/>
            <a:ext cx="1363345" cy="50228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ModuleHost</a:t>
            </a:r>
          </a:p>
        </p:txBody>
      </p:sp>
      <p:sp>
        <p:nvSpPr>
          <p:cNvPr id="9" name="Textbox8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LDEAAH8CAAA1PAAAlgUAABAAAAAmAAAACAAAAP//////////"/>
              </a:ext>
            </a:extLst>
          </p:cNvSpPr>
          <p:nvPr/>
        </p:nvSpPr>
        <p:spPr>
          <a:xfrm>
            <a:off x="7993380" y="405765"/>
            <a:ext cx="1793875" cy="50228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global error set</a:t>
            </a:r>
          </a:p>
        </p:txBody>
      </p:sp>
      <p:sp>
        <p:nvSpPr>
          <p:cNvPr id="10" name="Textbox9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DIAABMOAACnPAAADBIAABAAAAAmAAAACAAAAP//////////"/>
              </a:ext>
            </a:extLst>
          </p:cNvSpPr>
          <p:nvPr/>
        </p:nvSpPr>
        <p:spPr>
          <a:xfrm>
            <a:off x="8209280" y="228790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S.Static</a:t>
            </a:r>
          </a:p>
          <a:p>
            <a:pPr algn="ctr">
              <a:defRPr sz="1200" cap="none"/>
            </a:pPr>
            <a:r>
              <a:t>structure static data</a:t>
            </a:r>
          </a:p>
        </p:txBody>
      </p:sp>
      <p:sp>
        <p:nvSpPr>
          <p:cNvPr id="11" name="Textbox10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JCbpz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RjEAAFsUAACSNgAAVBgAABAAAAAmAAAACAAAAP//////////"/>
              </a:ext>
            </a:extLst>
          </p:cNvSpPr>
          <p:nvPr/>
        </p:nvSpPr>
        <p:spPr>
          <a:xfrm>
            <a:off x="800989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static</a:t>
            </a:r>
          </a:p>
        </p:txBody>
      </p:sp>
      <p:grpSp>
        <p:nvGrpSpPr>
          <p:cNvPr id="12" name="Group1"/>
          <p:cNvGrpSpPr>
            <a:extLst>
              <a:ext uri="smNativeData">
                <pr:smNativeData xmlns:pr="smNativeData" xmlns="smNativeData" val="SMDATA_6_7aDWaRMAAAAlAAAAAQAAAA8BAAAAkAAAAEgAAACQAAAASAAAAAAAAAAAAAAAAAAAABcAAAAUAAAAAAAAAAAAAAD/fwAA/38AAAAAAAAJAAAABAAAAN4aAAAfAAAAVAAAAAAAAAAAAAAAAAAAAAAAAAAAAAAAAAAAAAAAAAAAAAAAAAAAAAAAAAAAAAAAAAAAAAAAAAAAAAAAAAAAAAAAAAAAAAAAAAAAAAAAAAAAAAAAAAAAACEAAAAYAAAAFAAAAKkoAADFGwAATDAAAP4eAAAQAAAAJgAAAAgAAAD/////AAAAAA=="/>
              </a:ext>
            </a:extLst>
          </p:cNvGrpSpPr>
          <p:nvPr/>
        </p:nvGrpSpPr>
        <p:grpSpPr>
          <a:xfrm>
            <a:off x="6609715" y="4514215"/>
            <a:ext cx="1241425" cy="523875"/>
            <a:chOff x="6609715" y="4514215"/>
            <a:chExt cx="1241425" cy="523875"/>
          </a:xfrm>
        </p:grpSpPr>
        <p:sp>
          <p:nvSpPr>
            <p:cNvPr id="14" name="Textbox13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DSkAACkcAABMMAAA/h4AAAAAAAAmAAAACAAAAP//////////"/>
                </a:ext>
              </a:extLst>
            </p:cNvSpPr>
            <p:nvPr/>
          </p:nvSpPr>
          <p:spPr>
            <a:xfrm>
              <a:off x="6673215" y="45777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13" name="Textbox11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ID8+z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qSgAAMUbAADoLwAAmh4AAAAAAAAmAAAACAAAAP//////////"/>
                </a:ext>
              </a:extLst>
            </p:cNvSpPr>
            <p:nvPr/>
          </p:nvSpPr>
          <p:spPr>
            <a:xfrm>
              <a:off x="6609715" y="45142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sp>
        <p:nvSpPr>
          <p:cNvPr id="15" name="Textbox12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zgAANEbAABCPwAAph4AABAAAAAmAAAACAAAAP//////////"/>
              </a:ext>
            </a:extLst>
          </p:cNvSpPr>
          <p:nvPr/>
        </p:nvSpPr>
        <p:spPr>
          <a:xfrm>
            <a:off x="9105265" y="4521835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6" name="Textbox15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NTkAAHwgAAAQPgAAUSMAABAAAAAmAAAACAAAAP//////////"/>
              </a:ext>
            </a:extLst>
          </p:cNvSpPr>
          <p:nvPr/>
        </p:nvSpPr>
        <p:spPr>
          <a:xfrm>
            <a:off x="9299575" y="5280660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sp>
        <p:nvSpPr>
          <p:cNvPr id="17" name="Textbox17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JI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hQAAFsUAAC2GQAAVBgAABAAAAAmAAAACAAAAP//////////"/>
              </a:ext>
            </a:extLst>
          </p:cNvSpPr>
          <p:nvPr/>
        </p:nvSpPr>
        <p:spPr>
          <a:xfrm>
            <a:off x="331851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instance</a:t>
            </a:r>
          </a:p>
        </p:txBody>
      </p:sp>
      <p:sp>
        <p:nvSpPr>
          <p:cNvPr id="18" name="Textbox18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sRsAAJAbAADwIgAAZR4AABAAAAAmAAAACAAAAP//////////"/>
              </a:ext>
            </a:extLst>
          </p:cNvSpPr>
          <p:nvPr/>
        </p:nvSpPr>
        <p:spPr>
          <a:xfrm>
            <a:off x="4501515" y="4480560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9" name="Textbox19"/>
          <p:cNvSpPr txBox="1">
            <a:extLst>
              <a:ext uri="smNativeData">
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4xwAAGsgAAC+IQAAQCMAABAAAAAmAAAACAAAAP//////////"/>
              </a:ext>
            </a:extLst>
          </p:cNvSpPr>
          <p:nvPr/>
        </p:nvSpPr>
        <p:spPr>
          <a:xfrm>
            <a:off x="4695825" y="5269865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grpSp>
        <p:nvGrpSpPr>
          <p:cNvPr id="20" name="Group3"/>
          <p:cNvGrpSpPr>
            <a:extLst>
              <a:ext uri="smNativeData">
                <pr:smNativeData xmlns:pr="smNativeData" xmlns="smNativeData" val="SMDATA_6_7aDWaRMAAAAlAAAAAQAAAA8BAAAAkAAAAEgAAACQAAAASAAAAAAAAAAAAAAAAAAAABcAAAAUAAAAAAAAAAAAAAD/fwAA/38AAAAAAAAJAAAABAAAAF0AAAAfAAAAVAAAAAAAAAAAAAAAAAAAAAAAAAAAAAAAAAAAAAAAAAAAAAAAAAAAAAAAAAAAAAAAAAAAAAAAAAAAAAAAAAAAAAAAAAAAAAAAAAAAAAAAAAAAAAAAAAAAACEAAAAYAAAAFAAAAAgOAACcGwAAqxUAANUeAAAQAAAAJgAAAAgAAAD/////AAAAAA=="/>
              </a:ext>
            </a:extLst>
          </p:cNvGrpSpPr>
          <p:nvPr/>
        </p:nvGrpSpPr>
        <p:grpSpPr>
          <a:xfrm>
            <a:off x="2280920" y="4488180"/>
            <a:ext cx="1241425" cy="523875"/>
            <a:chOff x="2280920" y="4488180"/>
            <a:chExt cx="1241425" cy="523875"/>
          </a:xfrm>
        </p:grpSpPr>
        <p:sp>
          <p:nvSpPr>
            <p:cNvPr id="22" name="Textbox21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JD3rD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bA4AAAAcAACrFQAA1R4AAAAAAAAmAAAACAAAAP//////////"/>
                </a:ext>
              </a:extLst>
            </p:cNvSpPr>
            <p:nvPr/>
          </p:nvSpPr>
          <p:spPr>
            <a:xfrm>
              <a:off x="2344420" y="45516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21" name="Textbox20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CA4AAJwbAABHFQAAcR4AAAAAAAAmAAAACAAAAP//////////"/>
                </a:ext>
              </a:extLst>
            </p:cNvSpPr>
            <p:nvPr/>
          </p:nvSpPr>
          <p:spPr>
            <a:xfrm>
              <a:off x="2280920" y="44881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grpSp>
        <p:nvGrpSpPr>
          <p:cNvPr id="23" name="Group2"/>
          <p:cNvGrpSpPr>
            <a:extLst>
              <a:ext uri="smNativeData">
                <pr:smNativeData xmlns:pr="smNativeData" xmlns="smNativeData" val="SMDATA_6_7aDWaRMAAAAlAAAAAQAAAA8BAAAAkAAAAEgAAACQAAAASAAAAAAAAAAAAAAAAAAAABcAAAAUAAAAAAAAAAAAAAD/fwAA/38AAAAAAAAJAAAABAAAABQeAjMfAAAAVAAAAAAAAAAAAAAAAAAAAAAAAAAAAAAAAAAAAAAAAAAAAAAAAAAAAAAAAAAAAAAAAAAAAAAAAAAAAAAAAAAAAAAAAAAAAAAAAAAAAAAAAAAAAAAAAAAAACEAAAAYAAAAFAAAADMNAACoJAAAaBYAAN4nAAAQAAAAJgAAAAgAAAD/////AAAAAA=="/>
              </a:ext>
            </a:extLst>
          </p:cNvGrpSpPr>
          <p:nvPr/>
        </p:nvGrpSpPr>
        <p:grpSpPr>
          <a:xfrm>
            <a:off x="2145665" y="5958840"/>
            <a:ext cx="1496695" cy="521970"/>
            <a:chOff x="2145665" y="5958840"/>
            <a:chExt cx="1496695" cy="521970"/>
          </a:xfrm>
        </p:grpSpPr>
        <p:sp>
          <p:nvSpPr>
            <p:cNvPr id="25" name="Textbox14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lA0AAAklAABoFgAA3icAAAAAAAAmAAAACAAAAP//////////"/>
                </a:ext>
              </a:extLst>
            </p:cNvSpPr>
            <p:nvPr/>
          </p:nvSpPr>
          <p:spPr>
            <a:xfrm>
              <a:off x="2207260" y="6020435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  <p:sp>
          <p:nvSpPr>
            <p:cNvPr id="24" name="Textbox16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+Qx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Mw0AAKgkAAAHFgAAfScAAAAAAAAmAAAACAAAAP//////////"/>
                </a:ext>
              </a:extLst>
            </p:cNvSpPr>
            <p:nvPr/>
          </p:nvSpPr>
          <p:spPr>
            <a:xfrm>
              <a:off x="2145665" y="5958840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</p:grpSp>
      <p:grpSp>
        <p:nvGrpSpPr>
          <p:cNvPr id="26" name="Group5"/>
          <p:cNvGrpSpPr>
            <a:extLst>
              <a:ext uri="smNativeData">
                <pr:smNativeData xmlns:pr="smNativeData" xmlns="smNativeData" val="SMDATA_6_7aDWaRMAAAAlAAAAAQAAAA8BAAAAkAAAAEgAAACQAAAASAAAAAAAAAAAAAAAAAAAABcAAAAUAAAAAAAAAAAAAAD/fwAA/38AAAAAAAAJAAAABAAAAHIGAAAfAAAAVAAAAAAAAAAAAAAAAAAAAAAAAAAAAAAAAAAAAAAAAAAAAAAAAAAAAAAAAAAAAAAAAAAAAAAAAAAAAAAAAAAAAAAAAAAAAAAAAAAAAAAAAAAAAAAAAAAAACEAAAAYAAAAFAAAAGoNAABqIAAAMRYAAHQjAAAQAAAAJgAAAAgAAAD/////AAAAAA=="/>
              </a:ext>
            </a:extLst>
          </p:cNvGrpSpPr>
          <p:nvPr/>
        </p:nvGrpSpPr>
        <p:grpSpPr>
          <a:xfrm>
            <a:off x="2180590" y="5269230"/>
            <a:ext cx="1426845" cy="494030"/>
            <a:chOff x="2180590" y="5269230"/>
            <a:chExt cx="1426845" cy="494030"/>
          </a:xfrm>
        </p:grpSpPr>
        <p:sp>
          <p:nvSpPr>
            <p:cNvPr id="28" name="Textbox26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zg0AAM4gAAAxFgAAdCMAAAAAAAAmAAAACAAAAP//////////"/>
                </a:ext>
              </a:extLst>
            </p:cNvSpPr>
            <p:nvPr/>
          </p:nvSpPr>
          <p:spPr>
            <a:xfrm>
              <a:off x="2244090" y="53327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27" name="Textbox27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ag0AAGogAADNFQAAECMAAAAAAAAmAAAACAAAAP//////////"/>
                </a:ext>
              </a:extLst>
            </p:cNvSpPr>
            <p:nvPr/>
          </p:nvSpPr>
          <p:spPr>
            <a:xfrm>
              <a:off x="2180590" y="52692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29" name="Connector3"/>
          <p:cNvCxnSpPr>
            <a:stCxn id="18" idx="2"/>
            <a:endCxn id="19" idx="0"/>
            <a:extLst>
              <a:ext uri="smNativeData">
                <pr:smNativeData xmlns:pr="smNativeData" xmlns="smNativeData" val="SMDATA_15_7aDWaRMAAAAlAAAADgAAAA8BAAAAkAAAAEgAAACQAAAASAAAAAAAAAAAAAAAAAAAAAEAAABQAAAAVObRwNBxAb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R8AAGUeAABRHwAAayAAABAAAAAmAAAACAAAAP//////////"/>
              </a:ext>
            </a:extLst>
          </p:cNvCxnSpPr>
          <p:nvPr/>
        </p:nvCxnSpPr>
        <p:spPr>
          <a:xfrm rot="16200000" flipH="1">
            <a:off x="4926330" y="5105400"/>
            <a:ext cx="328930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0" name="Connector4"/>
          <p:cNvCxnSpPr>
            <a:stCxn id="17" idx="2"/>
            <a:extLst>
              <a:ext uri="smNativeData">
                <pr:smNativeData xmlns:pr="smNativeData" xmlns="smNativeData" val="SMDATA_15_7aD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1hEAAFQYAAAQFwAAkBsAABAAAAAmAAAACAAAAP//////////"/>
              </a:ext>
            </a:extLst>
          </p:cNvCxnSpPr>
          <p:nvPr/>
        </p:nvCxnSpPr>
        <p:spPr>
          <a:xfrm rot="5400000">
            <a:off x="3061335" y="3792855"/>
            <a:ext cx="525780" cy="84963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1" name="Connector5"/>
          <p:cNvCxnSpPr>
            <a:stCxn id="17" idx="2"/>
            <a:endCxn id="18" idx="0"/>
            <a:extLst>
              <a:ext uri="smNativeData">
                <pr:smNativeData xmlns:pr="smNativeData" xmlns="smNativeData" val="SMDATA_15_7aDWaRMAAAAlAAAADgAAAA8BAAAAkAAAAEgAAACQAAAASAAAAAAAAAAAAAAAAAAAAAEAAABQAAAAKgs9ranT9T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EBcAAFQYAABRHwAAkBsAABAAAAAmAAAACAAAAP//////////"/>
              </a:ext>
            </a:extLst>
          </p:cNvCxnSpPr>
          <p:nvPr/>
        </p:nvCxnSpPr>
        <p:spPr>
          <a:xfrm rot="16200000" flipH="1">
            <a:off x="4156710" y="3547110"/>
            <a:ext cx="525780" cy="1341755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2" name="Connector6"/>
          <p:cNvCxnSpPr>
            <a:stCxn id="7" idx="1"/>
            <a:endCxn id="17" idx="3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thkAAFgWAADxIAAAWBYAABAAAAAmAAAACAAAAP//////////"/>
              </a:ext>
            </a:extLst>
          </p:cNvCxnSpPr>
          <p:nvPr/>
        </p:nvCxnSpPr>
        <p:spPr>
          <a:xfrm rot="5400000">
            <a:off x="4766945" y="3044825"/>
            <a:ext cx="12700" cy="117538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3" name="Connector7"/>
          <p:cNvCxnSpPr>
            <a:stCxn id="7" idx="3"/>
            <a:endCxn id="11" idx="1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FgWAABGMQAAWBYAABAAAAAmAAAACAAAAP//////////"/>
              </a:ext>
            </a:extLst>
          </p:cNvCxnSpPr>
          <p:nvPr/>
        </p:nvCxnSpPr>
        <p:spPr>
          <a:xfrm rot="16200000" flipH="1">
            <a:off x="7507605" y="3129915"/>
            <a:ext cx="12700" cy="100457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4" name="Connector8"/>
          <p:cNvCxnSpPr>
            <a:stCxn id="11" idx="2"/>
            <a:extLst>
              <a:ext uri="smNativeData">
                <pr:smNativeData xmlns:pr="smNativeData" xmlns="smNativeData" val="SMDATA_15_7aDWaRMAAAAlAAAADgAAAA8BAAAAkAAAAEgAAACQAAAASAAAAAAAAAAAAAAAAAAAAAEAAABQAAAAIl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SwAAFQYAADsMwAA0RsAABAAAAAmAAAACAAAAP//////////"/>
              </a:ext>
            </a:extLst>
          </p:cNvCxnSpPr>
          <p:nvPr/>
        </p:nvCxnSpPr>
        <p:spPr>
          <a:xfrm rot="5400000">
            <a:off x="7536180" y="3617595"/>
            <a:ext cx="567055" cy="12414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5" name="Connector9"/>
          <p:cNvCxnSpPr>
            <a:stCxn id="11" idx="2"/>
            <a:endCxn id="15" idx="0"/>
            <a:extLst>
              <a:ext uri="smNativeData">
                <pr:smNativeData xmlns:pr="smNativeData" xmlns="smNativeData" val="SMDATA_15_7aDWaRMAAAAlAAAADgAAAA8BAAAAkAAAAEgAAACQAAAASAAAAAAAAAAAAAAAAAAAAAEAAABQAAAAIF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DMAAFQYAACjOwAA0RsAABAAAAAmAAAACAAAAP//////////"/>
              </a:ext>
            </a:extLst>
          </p:cNvCxnSpPr>
          <p:nvPr/>
        </p:nvCxnSpPr>
        <p:spPr>
          <a:xfrm rot="16200000" flipH="1">
            <a:off x="8783955" y="3611245"/>
            <a:ext cx="567055" cy="12541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6" name="Connector11"/>
          <p:cNvCxnSpPr>
            <a:stCxn id="15" idx="2"/>
            <a:endCxn id="16" idx="0"/>
            <a:extLst>
              <a:ext uri="smNativeData">
                <pr:smNativeData xmlns:pr="smNativeData" xmlns="smNativeData" val="SMDATA_15_7aDWaRMAAAAlAAAADQAAAA8BAAAAkAAAAEgAAACQAAAASAAAAAAAAAAAAAAAAAAAAAEAAABQAAAAU01UIIFqDD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zsAAKYeAACjOwAAfCAAABAAAAAmAAAACAAAAP//////////"/>
              </a:ext>
            </a:extLst>
          </p:cNvCxnSpPr>
          <p:nvPr/>
        </p:nvCxnSpPr>
        <p:spPr>
          <a:xfrm rot="16200000" flipH="1">
            <a:off x="9545320" y="5131435"/>
            <a:ext cx="298450" cy="1270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7" name="Connector12"/>
          <p:cNvCxnSpPr>
            <a:stCxn id="2" idx="2"/>
            <a:endCxn id="7" idx="0"/>
            <a:extLst>
              <a:ext uri="smNativeData">
                <pr:smNativeData xmlns:pr="smNativeData" xmlns="smNativeData" val="SMDATA_15_7aDWaRMAAAAlAAAADgAAAA8BAAAAkAAAAEgAAACQAAAASAAAAAAAAAAAAAAAAAAAAAEAAABQAAAA9uN+f2jSS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CYAAPYQAAAEJgAAWxQAABAAAAAmAAAACAAAAP//////////"/>
              </a:ext>
            </a:extLst>
          </p:cNvCxnSpPr>
          <p:nvPr/>
        </p:nvCxnSpPr>
        <p:spPr>
          <a:xfrm rot="16200000" flipH="1">
            <a:off x="5904230" y="3032760"/>
            <a:ext cx="551815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8" name="Connector13"/>
          <p:cNvCxnSpPr>
            <a:stCxn id="7" idx="3"/>
            <a:endCxn id="10" idx="1"/>
            <a:extLst>
              <a:ext uri="smNativeData">
                <pr:smNativeData xmlns:pr="smNativeData" xmlns="smNativeData" val="SMDATA_15_7aD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BAQAACAMgAAWBYAABAAAAAmAAAACAAAAP//////////"/>
              </a:ext>
            </a:extLst>
          </p:cNvCxnSpPr>
          <p:nvPr/>
        </p:nvCxnSpPr>
        <p:spPr>
          <a:xfrm flipV="1">
            <a:off x="7005320" y="2611120"/>
            <a:ext cx="1203960" cy="102108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9" name="Connector14"/>
          <p:cNvCxnSpPr>
            <a:stCxn id="7" idx="3"/>
            <a:endCxn id="8" idx="1"/>
            <a:extLst>
              <a:ext uri="smNativeData">
                <pr:smNativeData xmlns:pr="smNativeData" xmlns="smNativeData" val="SMDATA_15_7aDWaRMAAAAlAAAADgAAAA8BAAAAkAAAAEgAAACQAAAASAAAAAAAAAAAAAAAAAAAAAEAAABQAAAA+cV9/AlGQ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HEJAACBMgAAWBYAABAAAAAmAAAACAAAAP//////////"/>
              </a:ext>
            </a:extLst>
          </p:cNvCxnSpPr>
          <p:nvPr/>
        </p:nvCxnSpPr>
        <p:spPr>
          <a:xfrm flipV="1">
            <a:off x="7005320" y="1534795"/>
            <a:ext cx="1204595" cy="2097405"/>
          </a:xfrm>
          <a:prstGeom prst="bentConnector3">
            <a:avLst>
              <a:gd name="adj1" fmla="val 4997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0" name="Connector15"/>
          <p:cNvCxnSpPr>
            <a:stCxn id="8" idx="0"/>
            <a:endCxn id="9" idx="2"/>
            <a:extLst>
              <a:ext uri="smNativeData">
                <pr:smNativeData xmlns:pr="smNativeData" xmlns="smNativeData" val="SMDATA_15_7aDWaRMAAAAlAAAADgAAAA8BAAAAkAAAAEgAAACQAAAASAAAAAAAAAAAAAAAAAAAAAEAAABQAAAAk5SHCfa4Wz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TYAAJYFAACzNgAA5QcAABAAAAAmAAAACAAAAP//////////"/>
              </a:ext>
            </a:extLst>
          </p:cNvCxnSpPr>
          <p:nvPr/>
        </p:nvCxnSpPr>
        <p:spPr>
          <a:xfrm rot="5400000" flipH="1">
            <a:off x="8703945" y="1094740"/>
            <a:ext cx="375285" cy="1270"/>
          </a:xfrm>
          <a:prstGeom prst="bentConnector3">
            <a:avLst>
              <a:gd name="adj1" fmla="val 50085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1" name="Connector16"/>
          <p:cNvCxnSpPr>
            <a:stCxn id="2" idx="0"/>
            <a:endCxn id="6" idx="2"/>
            <a:extLst>
              <a:ext uri="smNativeData">
                <pr:smNativeData xmlns:pr="smNativeData" xmlns="smNativeData" val="SMDATA_15_7aDWaRMAAAAlAAAADgAAAA8BAAAAkAAAAEgAAACQAAAASAAAAAAAAAAAAAAAAAAAAAEAAABQAAAAhLEZLP23+7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CYAAHEKAAAGJgAA/QwAABAAAAAmAAAACAAAAP//////////"/>
              </a:ext>
            </a:extLst>
          </p:cNvCxnSpPr>
          <p:nvPr/>
        </p:nvCxnSpPr>
        <p:spPr>
          <a:xfrm rot="16200000">
            <a:off x="5973445" y="1903730"/>
            <a:ext cx="414020" cy="127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2" name="Connector23"/>
          <p:cNvCxnSpPr>
            <a:stCxn id="3" idx="0"/>
            <a:endCxn id="4" idx="3"/>
            <a:extLst>
              <a:ext uri="smNativeData">
                <pr:smNativeData xmlns:pr="smNativeData" xmlns="smNativeData" val="SMDATA_15_7aDWaRMAAAAlAAAADwAAAA8BAAAAkAAAAEgAAACQAAAASAAAAAAAAAAAAAAAAAAAAAEAAABQAAAAXqfsgsWR3L8rL7VBsjQCQA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I8IAABpGwAAAQ0AABAAAAAmAAAACAAAAP//////////"/>
              </a:ext>
            </a:extLst>
          </p:cNvCxnSpPr>
          <p:nvPr/>
        </p:nvCxnSpPr>
        <p:spPr>
          <a:xfrm rot="16200000">
            <a:off x="3844925" y="1502410"/>
            <a:ext cx="722630" cy="499745"/>
          </a:xfrm>
          <a:prstGeom prst="curvedConnector4">
            <a:avLst>
              <a:gd name="adj1" fmla="val 27680"/>
              <a:gd name="adj2" fmla="val 163787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3" name="Connector22"/>
          <p:cNvCxnSpPr>
            <a:stCxn id="2" idx="0"/>
            <a:endCxn id="6" idx="3"/>
            <a:extLst>
              <a:ext uri="smNativeData">
                <pr:smNativeData xmlns:pr="smNativeData" xmlns="smNativeData" val="SMDATA_15_7aDWaRMAAAAlAAAADwAAAA8BAAAAkAAAAEgAAACQAAAASAAAAAAAAAAAAAAAAAAAAAEAAABQAAAA/nDA4w8H3L+9RGVK8ZP9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CYAAHUIAACOKQAA/QwAABAAAAAmAAAACAAAAP//////////"/>
              </a:ext>
            </a:extLst>
          </p:cNvCxnSpPr>
          <p:nvPr/>
        </p:nvCxnSpPr>
        <p:spPr>
          <a:xfrm rot="16200000">
            <a:off x="6099175" y="1455420"/>
            <a:ext cx="736600" cy="575310"/>
          </a:xfrm>
          <a:prstGeom prst="curvedConnector4">
            <a:avLst>
              <a:gd name="adj1" fmla="val 28103"/>
              <a:gd name="adj2" fmla="val 142431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4" name="Connector20"/>
          <p:cNvCxnSpPr>
            <a:stCxn id="2" idx="2"/>
            <a:endCxn id="19" idx="1"/>
            <a:extLst>
              <a:ext uri="smNativeData">
                <pr:smNativeData xmlns:pr="smNativeData" xmlns="smNativeData" val="SMDATA_15_7aDWaRMAAAAlAAAADwAAAA8BAAAAkAAAAEgAAACQAAAASAAAAAAAAAAAAAAAAAAAAAEAAABQAAAA4m9TjBr+5L+ev8Vpzfb5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4xwAAPYQAAAEJgAA1iEAABAAAAAmAAAACAAAAP//////////"/>
              </a:ext>
            </a:extLst>
          </p:cNvCxnSpPr>
          <p:nvPr/>
        </p:nvCxnSpPr>
        <p:spPr>
          <a:xfrm rot="5400000">
            <a:off x="4066540" y="3386455"/>
            <a:ext cx="2743200" cy="1483995"/>
          </a:xfrm>
          <a:prstGeom prst="curvedConnector4">
            <a:avLst>
              <a:gd name="adj1" fmla="val 17199"/>
              <a:gd name="adj2" fmla="val 131138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5" name="Connector24"/>
          <p:cNvCxnSpPr>
            <a:stCxn id="2" idx="2"/>
            <a:extLst>
              <a:ext uri="smNativeData">
                <pr:smNativeData xmlns:pr="smNativeData" xmlns="smNativeData" val="SMDATA_15_7aDWaRMAAAAlAAAADwAAAA8BAAAAkAAAAEgAAACQAAAASAAAAAAAAAAAAAAAAAAAAAEAAABQAAAAQtr79nGI5r8qniQtlC/2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Yw0AAPYQAAAFJgAAmSEAABAAAAAmAAAACAAAAP//////////"/>
              </a:ext>
            </a:extLst>
          </p:cNvCxnSpPr>
          <p:nvPr/>
        </p:nvCxnSpPr>
        <p:spPr>
          <a:xfrm rot="5400000">
            <a:off x="2825750" y="2107565"/>
            <a:ext cx="2704465" cy="4004310"/>
          </a:xfrm>
          <a:prstGeom prst="curvedConnector4">
            <a:avLst>
              <a:gd name="adj1" fmla="val 14792"/>
              <a:gd name="adj2" fmla="val 119331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6" name="Connector21"/>
          <p:cNvCxnSpPr>
            <a:stCxn id="7" idx="3"/>
            <a:endCxn id="2" idx="3"/>
            <a:extLst>
              <a:ext uri="smNativeData">
                <pr:smNativeData xmlns:pr="smNativeData" xmlns="smNativeData" val="SMDATA_15_7aDWaRMAAAAlAAAADwAAAA8BAAAAkAAAAEgAAACQAAAASAAAAAAAAAAAAAAAAAAAAAEAAABQAAAAAAAAAAAAFE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PoOAAD6KwAAWBYAABAAAAAmAAAACAAAAP//////////"/>
              </a:ext>
            </a:extLst>
          </p:cNvCxnSpPr>
          <p:nvPr/>
        </p:nvCxnSpPr>
        <p:spPr>
          <a:xfrm flipV="1">
            <a:off x="7005320" y="2434590"/>
            <a:ext cx="143510" cy="1197610"/>
          </a:xfrm>
          <a:prstGeom prst="curvedConnector3">
            <a:avLst>
              <a:gd name="adj1" fmla="val 300000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  <p:cxnSp>
        <p:nvCxnSpPr>
          <p:cNvPr id="47" name="Connector19"/>
          <p:cNvCxnSpPr>
            <a:stCxn id="3" idx="2"/>
            <a:endCxn id="2" idx="1"/>
            <a:extLst>
              <a:ext uri="smNativeData">
                <pr:smNativeData xmlns:pr="smNativeData" xmlns="smNativeData" val="SMDATA_15_7aDWaRMAAAAlAAAADwAAAA8BAAAAkAAAAEgAAACQAAAASAAAAAAAAAAAAAAAAAAAAAEAAABQAAAAAAAAAACABMA3jx60mcXa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PoOAAAPIAAA+hAAABAAAAAmAAAACAAAAP//////////"/>
              </a:ext>
            </a:extLst>
          </p:cNvCxnSpPr>
          <p:nvPr/>
        </p:nvCxnSpPr>
        <p:spPr>
          <a:xfrm rot="16200000">
            <a:off x="4420870" y="1969770"/>
            <a:ext cx="325120" cy="1255395"/>
          </a:xfrm>
          <a:prstGeom prst="curvedConnector4">
            <a:avLst>
              <a:gd name="adj1" fmla="val -78125"/>
              <a:gd name="adj2" fmla="val 70916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8" name="Connector25"/>
          <p:cNvCxnSpPr>
            <a:stCxn id="3" idx="3"/>
            <a:endCxn id="2" idx="1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hxwAAPoOAAAPIAAA/g4AABAAAAAmAAAACAAAAP//////////"/>
              </a:ext>
            </a:extLst>
          </p:cNvCxnSpPr>
          <p:nvPr/>
        </p:nvCxnSpPr>
        <p:spPr>
          <a:xfrm rot="16200000">
            <a:off x="4923155" y="2148840"/>
            <a:ext cx="2540" cy="5740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9" name="Connector17"/>
          <p:cNvCxnSpPr>
            <a:stCxn id="3" idx="1"/>
            <a:endCxn id="5" idx="3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xEAAP4OAAAkFAAAAQ8AABAAAAAmAAAACAAAAP//////////"/>
              </a:ext>
            </a:extLst>
          </p:cNvCxnSpPr>
          <p:nvPr/>
        </p:nvCxnSpPr>
        <p:spPr>
          <a:xfrm rot="5400000">
            <a:off x="3093720" y="2258695"/>
            <a:ext cx="1905" cy="35877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0" name="Connector18"/>
          <p:cNvCxnSpPr>
            <a:stCxn id="3" idx="0"/>
            <a:endCxn id="4" idx="2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hgAAIsKAABWGAAAAQ0AABAAAAAmAAAACAAAAP//////////"/>
              </a:ext>
            </a:extLst>
          </p:cNvCxnSpPr>
          <p:nvPr/>
        </p:nvCxnSpPr>
        <p:spPr>
          <a:xfrm rot="5400000" flipH="1">
            <a:off x="3754755" y="1912620"/>
            <a:ext cx="400050" cy="25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grpSp>
        <p:nvGrpSpPr>
          <p:cNvPr id="51" name="Group6"/>
          <p:cNvGrpSpPr>
            <a:extLst>
              <a:ext uri="smNativeData">
                <pr:smNativeData xmlns:pr="smNativeData" xmlns="smNativeData" val="SMDATA_6_7aDWaRMAAAAlAAAAAQAAAA8BAAAAkAAAAEgAAACQAAAASAAAAAAAAAAAAAAAAAAAABcAAAAUAAAAAAAAAAAAAAD/fwAA/38AAAAAAAAJAAAABAAAAA8AAAAfAAAAVAAAAAAAAAAAAAAAAAAAAAAAAAAAAAAAAAAAAAAAAAAAAAAAAAAAAAAAAAAAAAAAAAAAAAAAAAAAAAAAAAAAAAAAAAAAAAAAAAAAAAAAAAAAAAAAAAAAACEAAAAYAAAAFAAAABooAACqIAAA4TAAALQjAAAQAAAAJgAAAAgAAAD/////AAAAAA=="/>
              </a:ext>
            </a:extLst>
          </p:cNvGrpSpPr>
          <p:nvPr/>
        </p:nvGrpSpPr>
        <p:grpSpPr>
          <a:xfrm>
            <a:off x="6518910" y="5309870"/>
            <a:ext cx="1426845" cy="494030"/>
            <a:chOff x="6518910" y="5309870"/>
            <a:chExt cx="1426845" cy="494030"/>
          </a:xfrm>
        </p:grpSpPr>
        <p:sp>
          <p:nvSpPr>
            <p:cNvPr id="53" name="Textbox24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gAAA4hAADhMAAAtCMAAAAAAAAmAAAACAAAAP//////////"/>
                </a:ext>
              </a:extLst>
            </p:cNvSpPr>
            <p:nvPr/>
          </p:nvSpPr>
          <p:spPr>
            <a:xfrm>
              <a:off x="6582410" y="53733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52" name="Textbox25"/>
            <p:cNvSpPr txBox="1">
              <a:extLst>
                <a:ext uri="smNativeData">
                  <pr:smNativeData xmlns:pr="smNativeData" xmlns="smNativeData" val="SMDATA_15_7aD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GigAAKogAAB9MAAAUCMAAAAAAAAmAAAACAAAAP//////////"/>
                </a:ext>
              </a:extLst>
            </p:cNvSpPr>
            <p:nvPr/>
          </p:nvSpPr>
          <p:spPr>
            <a:xfrm>
              <a:off x="6518910" y="53098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54" name="Connector1"/>
          <p:cNvCxnSpPr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ED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SsAAJoeAACEKwAAqiAAABAAAAAmAAAACAAAAP//////////"/>
              </a:ext>
            </a:extLst>
          </p:cNvCxnSpPr>
          <p:nvPr/>
        </p:nvCxnSpPr>
        <p:spPr>
          <a:xfrm rot="16200000" flipH="1">
            <a:off x="6905625" y="5140960"/>
            <a:ext cx="335280" cy="190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5" name="Connector2"/>
          <p:cNvCxnSpPr>
            <a:stCxn id="21" idx="2"/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HEeAACpEQAAaiAAABAAAAAmAAAACAAAAP//////////"/>
              </a:ext>
            </a:extLst>
          </p:cNvCxnSpPr>
          <p:nvPr/>
        </p:nvCxnSpPr>
        <p:spPr>
          <a:xfrm rot="16200000" flipH="1">
            <a:off x="2710180" y="5108575"/>
            <a:ext cx="320675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6" name="Connector10"/>
          <p:cNvCxnSpPr>
            <a:extLst>
              <a:ext uri="smNativeData">
                <pr:smNativeData xmlns:pr="smNativeData" xmlns="smNativeData" val="SMDATA_15_7aD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BAjAACpEQAAqCQAABAAAAAmAAAACAAAAP//////////"/>
              </a:ext>
            </a:extLst>
          </p:cNvCxnSpPr>
          <p:nvPr/>
        </p:nvCxnSpPr>
        <p:spPr>
          <a:xfrm rot="16200000" flipH="1">
            <a:off x="2741295" y="5828665"/>
            <a:ext cx="259080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sp>
        <p:nvSpPr>
          <p:cNvPr id="57" name="Textbox23"/>
          <p:cNvSpPr txBox="1">
            <a:extLst>
              <a:ext uri="smNativeData">
                <pr:smNativeData xmlns:pr="smNativeData" xmlns="smNativeData" val="SMDATA_15_7aD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XD8AAFQiAAA4SAAAZCcAABAgAAAmAAAACAAAAP//////////"/>
              </a:ext>
            </a:extLst>
          </p:cNvSpPr>
          <p:nvPr/>
        </p:nvSpPr>
        <p:spPr>
          <a:xfrm>
            <a:off x="10299700" y="5580380"/>
            <a:ext cx="144018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This table holds the same objects as the one used for static variables</a:t>
            </a:r>
          </a:p>
        </p:txBody>
      </p:sp>
      <p:sp>
        <p:nvSpPr>
          <p:cNvPr id="58" name="Textbox28"/>
          <p:cNvSpPr txBox="1">
            <a:extLst>
              <a:ext uri="smNativeData">
                <pr:smNativeData xmlns:pr="smNativeData" xmlns="smNativeData" val="SMDATA_15_7aD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QEAAM4iAADRCwAA3icAABAgAAAmAAAACAAAAP//////////"/>
              </a:ext>
            </a:extLst>
          </p:cNvSpPr>
          <p:nvPr/>
        </p:nvSpPr>
        <p:spPr>
          <a:xfrm>
            <a:off x="198755" y="5657850"/>
            <a:ext cx="1722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A member holds an explicit reference to the class entry, but has ownership of the object </a:t>
            </a:r>
          </a:p>
        </p:txBody>
      </p:sp>
      <p:cxnSp>
        <p:nvCxnSpPr>
          <p:cNvPr id="59" name="Connector26"/>
          <p:cNvCxnSpPr>
            <a:extLst>
              <a:ext uri="smNativeData">
                <pr:smNativeData xmlns:pr="smNativeData" xmlns="smNativeData" val="SMDATA_15_7aDWaRMAAAAlAAAADwAAAA8BAAAAkAAAAEgAAACQAAAASAAAAAAAAAAAAAAAAAAAAAEAAABQAAAAa6211lprGc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2RUAAL0hAAB0FgAAdCYAABAAAAAmAAAACAAAAP//////////"/>
              </a:ext>
            </a:extLst>
          </p:cNvCxnSpPr>
          <p:nvPr/>
        </p:nvCxnSpPr>
        <p:spPr>
          <a:xfrm rot="10800000">
            <a:off x="3551555" y="5484495"/>
            <a:ext cx="98425" cy="766445"/>
          </a:xfrm>
          <a:prstGeom prst="curvedConnector3">
            <a:avLst>
              <a:gd name="adj1" fmla="val -267742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cleong</cp:lastModifiedBy>
  <cp:revision>0</cp:revision>
  <dcterms:created xsi:type="dcterms:W3CDTF">2026-04-07T18:59:39Z</dcterms:created>
  <dcterms:modified xsi:type="dcterms:W3CDTF">2026-04-08T18:39:41Z</dcterms:modified>
</cp:coreProperties>
</file>